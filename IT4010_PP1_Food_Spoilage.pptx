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ink/ink10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4" r:id="rId4"/>
    <p:sldId id="279" r:id="rId5"/>
    <p:sldId id="294" r:id="rId6"/>
    <p:sldId id="32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9E2D33-888F-464F-8166-1E430CE82325}" v="1" dt="2026-10-14T04:22:16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65" d="100"/>
          <a:sy n="65" d="100"/>
        </p:scale>
        <p:origin x="73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1T14:12:21.637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26787 4250 92 0,'0'0'123'15,"-7"2"-6"-15,7-2-9 0,0 0-11 0,0 0-7 16,0 0-4-16,0 0-7 0,0 0-5 0,0 0 0 0,0 0-3 15,-6 0-5-15,6 0 4 0,0 0 1 16,0 0 0-16,0 0-5 0,0 0 2 0,0 0-8 0,0 0-1 16,0 0-2-16,0 0-3 0,0 0-4 0,-4 1 2 15,4-1-5-15,0 0 0 0,0 0-3 0,0 0-5 16,0 0 0-16,0 0-2 0,0 0-3 0,0 0-2 16,0 0 0-16,-9-3-1 0,9 3 3 0,0 0 7 15,0 0 1-15,0 0 0 0,0 0 0 0,0 0-2 0,0 0-4 16,0 0-4-16,0 0-2 0,-5-2-5 0,5 2-1 15,0 0-4-15,0 0 0 0,0 0-4 16,0 0-1-16,0 0 5 0,0 0-7 0,0 0 2 0,24 2 1 16,-14-2-1-16,1 0-3 0,0-2 0 0,4 2 1 15,2 0-1-15,4-2-1 0,0 1 1 16,10-2-2-16,-3-1 0 0,5 1 3 0,1 1 2 0,1-3 1 16,1 2 2-16,18-4-3 0,-2 6 1 0,-15 0-2 15,0-2-2-15,-1 2 0 0,-4-2-1 0,1 1 0 16,-2 0-1-16,-4 1-1 0,-7-1-5 0,1 2 1 15,-9 0 3-15,6-1-2 0,-5 1-1 0,2 0 0 16,-3-1 3-16,-2-2-4 0,3 2-1 0,-3 0 0 16,3 1 0-16,-3 0 1 0,2-3-3 0,0 0 1 15,-3 3 1-15,-1 0-3 0,0-1 0 0,1 1-1 16,-4-1 0-16,-5 1 1 0,11-2 3 0,-11 2-3 0,8 2 3 16,-8-2-1-16,0 0 0 0,8-2 0 0,-8 2-1 15,0 0-10-15,3-2-22 0,-3 2-24 16,0 0-26-16,0 0-23 0,0 0-26 0,-5-8-29 0,5 8-34 15,-4-7-183-15,2 2-406 0,-2 1 179 0</inkml:trace>
  <inkml:trace contextRef="#ctx0" brushRef="#br0" timeOffset="567.41">27489 4013 39 0,'0'0'150'0,"-8"-1"-4"0,8 1-14 0,-7-4-17 16,7 4-8-16,-6-1-11 0,6 1-13 0,-5-2-3 16,5 2-5-16,0 0-6 0,0 0-7 0,0 0-7 15,-9-1-6-15,9 1-4 0,0 0 0 0,0 0-3 16,0 0 1-16,0 0-7 0,0 0 3 0,0 0-7 15,0 0 2-15,0 0 2 0,0 0-3 0,0 0-8 16,0 0-1-16,0 0-1 0,-7 3 0 0,7-3-2 16,0 0-6-16,0 0-3 0,0 0 0 0,0 0-1 0,0 0 1 15,0 0 0-15,0 0 11 0,0 0 5 0,7 9 1 16,-2-8 3-16,0 3 5 0,1 0 4 0,5 1 0 16,-1-2-2-16,1-1-2 0,2 2-4 0,5-1-3 15,-5 0-3-15,-2 2-1 0,3-3-5 16,0 2-3-16,-2-1 1 0,-1 0-4 0,1 1-1 0,-2-3-2 15,-2 3-2-15,-1-4 1 0,-2 2-4 0,3 0 0 16,-3-1-2-16,-1 0 4 0,2 1-3 0,-2 3-1 16,0-1 1-16,1-1-1 0,-3 0 3 0,0 2-3 15,1 1-1-15,-1-2-1 0,0 3 1 0,-2 1 1 16,2 2-2-16,-2-1 1 0,-2 2 2 0,0 2-2 16,2 0-2-16,-5 4 1 0,1-2 0 0,0 0 3 0,1 1-5 15,-3-1 0-15,-1 1 3 0,2-1 1 0,-2 0 0 16,3-3-1-16,1 2 1 0,-3-5 1 0,2 3-1 15,-2-2 1-15,3 0-3 0,-1 2-1 0,0-4 1 16,2-1 0-16,1 0 0 0,-1-2 0 0,-1 2-2 16,-1-3 1-16,3 2 2 0,0-3-2 0,-2 2-2 15,1-3-32-15,0 2-52 0,1 0-56 0,1-4-74 16,-2 4-134-16,-1 0-376 0,-1-3 167 0</inkml:trace>
  <inkml:trace contextRef="#ctx0" brushRef="#br0" timeOffset="1466.42">26659 4809 185 0,'0'0'171'0,"0"0"-12"0,0 0-16 0,0 0-14 15,0 0-15-15,0 0-13 0,0 0-4 0,0 0-3 16,-3 12-1-16,3-12-3 0,0 7-11 0,0-4-3 16,0-3-9-16,0 7-2 0,-1-4 0 0,-2 3 4 0,2 2-5 15,1-3-5-15,-1 2-9 0,-2 0 1 16,2 3 1-16,-2 0 13 0,0-1-10 0,1 1 2 0,0 1-4 15,-1 0-5-15,2-1-2 0,1-1-4 0,-2 4-3 16,0-5-11-16,2 3 2 0,0-2-1 0,-2 2-4 16,0-2-4-16,1-2 0 0,1-2-1 0,0 2-4 15,0-4-1-15,-2 2 0 0,2 1 0 0,2-4-3 16,-2-2 1-16,0 0 2 0,0 6 5 0,0-6 8 0,0 0-5 16,0 0-1-16,0 0-3 0,13-10 0 15,-3 4-3-15,-5 0 1 0,4-4-3 0,1 3-5 16,-2-1 4-16,1 2-4 0,0 0-1 0,1 0-2 0,-1 0-1 15,-2 0 1-15,-2 3 0 0,0 1-2 0,1-1-3 16,-2 3 3-16,1-3 1 0,-1 2-2 0,-4 1-4 16,10-3-5-16,-10 3 10 0,9 4-1 0,-9-4-2 15,5 3 1-15,-1 1-2 0,0 0 2 0,-2 3 1 16,3-2-2-16,-1 2 1 0,-1 0-1 0,1-2 4 16,0 2-2-16,1-1-2 0,-1 0 0 0,-1 0 1 15,2-1 0-15,0 0-1 0,-1 0-3 0,0-2-1 16,-2 1 6-16,0 0-5 0,1-1 5 0,-1-1-1 15,-2-2-1-15,4 3 3 0,-4-3-2 0,10-1 2 16,-10 1-3-16,9-7 1 0,-4 5-5 0,1-3 4 0,2 2-2 16,-4-2 4-16,1 0-1 0,3 0-1 0,-3 0 1 15,4 1-2-15,-5 1 2 0,0-1-1 0,-2 1-1 16,2 3-2-16,-1-3 3 0,-3 3-2 0,5-4 1 16,-5 4 0-16,6-1 0 0,-6 1-1 0,0 0 1 15,9 1 1-15,-9-1-4 0,5 3 3 0,-1 1 0 16,-1-3 0-16,1 3 0 0,2-3-2 0,-4 1 1 15,2 2 1-15,0-2 1 0,-4-2 0 0,5 3 0 16,-2-2-3-16,-3-1 3 0,4 2-6 0,-4-2-3 16,2 3-8-16,-2-3-5 0,4 2-7 0,-4-2-14 15,0 0-20-15,0 0-17 0,0 0-14 0,0 0-9 0,0 0-3 16,0 0-12-16,0 0-20 0,0 0-10 0,-18-7-17 16,14 4-8-16,0-2-4 0,0 0-88 0,0 0-285 15,-2-5 126-15</inkml:trace>
  <inkml:trace contextRef="#ctx0" brushRef="#br0" timeOffset="1598.28">26951 4981 807 0,'-3'-10'-44'0,"-1"-2"46"0,0 0 15 0,-1-3 11 15,1 3 5-15,2-1 21 0,-2 2 4 0,1-1 4 16,-1 0 7-16,4 2 24 0,-2 1 4 0,0 2-9 16,0-3-1-16,-2 4 7 0,4 0 2 0,0 0 0 15,-1 0-9-15,1 1-2 0,0 5-15 0,0-6-10 0,0 1 0 16,1 4-5-16,5-2-8 0,-6 3-1 0,9-2-7 16,-2 2-18-16,-7 0-39 0,15 1-54 15,-5-1-50-15,-1 1-228 0,3-1-378 0,-3 0 168 0</inkml:trace>
  <inkml:trace contextRef="#ctx0" brushRef="#br0" timeOffset="2037.49">27201 4807 63 0,'-7'2'224'16,"7"-2"-25"-16,-6 2-19 0,3 1-13 0,0 0-12 15,0 1 3-15,-1 0-21 0,-1 2-11 0,1 1-10 16,-1 1-14-16,0 1 10 0,-1 1-10 0,2-2-11 0,-1 3-9 16,-2-3-7-16,5 2-7 0,-1-1-4 0,-1-1-10 15,3-2-6-15,-3 4-4 0,4-4-2 0,-2-1-10 16,2 0 3-16,0 1-4 0,1-2-2 0,0 2 2 16,-1-2-8-16,5-1-1 0,2-2-2 0,0 2 0 15,0-3-4-15,2 0-1 0,1-2 0 0,3 0-2 16,-1-1-4-16,0 1-4 0,1-3-13 0,-2 2-15 15,-2-1-7-15,1-2 3 0,-1 2 3 0,0-1-1 0,-2 3 0 16,0-2 10-16,-3 1-1 0,1 2 6 16,-1-3 0-16,-4 4 4 0,5-3 4 0,-5 3 5 15,2-2-2-15,0-1 2 0,-2 3 0 0,0 0 1 0,0 0-5 16,0 0 1-16,0 0 2 0,0 0-1 0,1 8 0 16,-2-3 2-16,-1 0 3 0,0 2-1 0,1-3-3 15,-2 1 5-15,2 2-1 0,1-1-3 0,0 1 3 16,1 0 1-16,3 3-8 0,1-3 4 0,-1 0-1 15,2 1 4-15,1-1-3 0,2 2 1 0,1-4-7 16,0 1-28-16,1-2-23 0,1 1-20 0,0-2-25 16,1-1-35-16,-1 0-53 0,-1 0-147 0,-2-1-362 0,2-1 161 15</inkml:trace>
  <inkml:trace contextRef="#ctx0" brushRef="#br0" timeOffset="2398.25">26958 5421 126 0,'-3'4'190'0,"-1"0"4"0,3 1 8 15,0 2-14-15,-2-1-22 0,3 4-15 0,0-3-10 16,2 4-16-16,-2-1-13 0,-2 1-10 0,4 0-13 16,-2 1-7-16,1-1-7 0,-1 1-9 0,0 0-6 15,1 1-6-15,-1-2-4 0,-1 2-6 0,1-6-3 16,-1 2-9-16,-1-3 3 0,2 1-7 0,0-2 0 15,0-3-2-15,-1 2-6 0,1-4-11 0,0 5-32 0,0-5-39 16,0 0-38-16,0 0-47 0,-6-10-204 16,5 1-380-16,-2 0 168 0</inkml:trace>
  <inkml:trace contextRef="#ctx0" brushRef="#br0" timeOffset="2581.15">26865 5354 279 0,'0'0'275'0,"0"0"-17"0,0 0-15 0,0 0-19 16,0 0-25-16,0 0-17 0,0 0-20 0,0 0-15 15,0 0-13-15,7-3-15 0,-7 3-12 0,0 0-11 0,18 3-38 16,-13-3-52-16,3 3-70 0,1-3-63 16,-3 0-256-16,3-1-416 0,-1-2 185 0</inkml:trace>
  <inkml:trace contextRef="#ctx0" brushRef="#br0" timeOffset="3703.74">27094 5428 234 0,'-2'3'222'16,"1"2"-20"-16,-2 0-5 0,2-1 2 0,-3 1-17 15,4 3-25-15,-4-3-10 0,6 2-9 0,-2-1-17 0,0 2-9 16,2-3-15-16,-1 2-8 0,2-4-7 0,1 4-9 15,-3 0-7-15,4-4-8 0,-1 1-3 0,0-1-10 16,1-1 1-16,-5-2-9 0,8 0 0 0,-8 0-3 16,11-2-6-16,-6-1-1 0,0 1-3 0,-1-2-3 15,0 3-1-15,-1-2-3 0,3 0 0 0,-2 2-2 16,-4 1-4-16,0 0 3 0,6-2-7 0,-6 2 0 16,0 0 0-16,4 6 2 0,-3-3-1 0,1 0-1 15,0 2-2-15,-2-1-1 0,0 2-4 0,1-1 8 16,1 1-3-16,0 0-2 0,1 0-3 0,1-1 4 15,-3 2-2-15,1-2 0 0,1-1-1 0,2-1 0 0,2-1-2 16,3-2 6-16,1 0-7 0,2-2 2 16,0-2 5-16,-2-1-4 0,3-1-24 0,3 0-11 0,-7-1-5 15,8-1 0-15,-6 1 2 0,-1 0-3 0,-2 2 10 16,1-2-1-16,-1 4 2 0,-1-2 4 0,-2 3 3 16,-1-1 0-16,2 2 0 0,-7 1 5 0,7 1 4 15,-1 2-1-15,-3-1-1 0,0 3 5 0,1-2 6 16,-3 2-1-16,0 2 4 0,3 0 2 0,-3-1 1 0,1 1-1 15,-1-1 4-15,0-1 10 0,0 2 2 16,-1-2-1-16,2 0-7 0,-1 0 5 0,0 0 0 16,-1 0-3-16,0-5 0 0,4 4 3 0,-1-2-12 0,-3-2 9 15,9 0-3-15,-2 1 2 0,-7-1-4 0,12-2 3 16,-6 3-1-16,4-2-6 0,-10 1 2 16,13 0-2-16,-5 1 1 0,-3 0 0 0,5-1 1 0,-5 2-2 15,2-2-2-15,-1 4-1 0,-2-3 2 0,2 2 1 16,-2-1 1-16,1 2-10 0,-1-1 9 0,-1 0 0 15,1 1 1-15,-2-1-1 0,4-1 0 0,-2 3 1 16,-1-2-2-16,1 2 0 0,1-1-4 0,0-4 3 16,0 2 2-16,3 1-3 0,-1-2 4 0,2 1 1 15,3-2-1-15,-2 0 0 0,0 0-2 0,2 2 0 16,-1-4-3-16,-2 1-1 0,1-1 6 0,-2 0-4 0,-3 1-1 16,4-1-2-16,-4 2 6 0,0 0 0 0,-5 0 1 15,9-2-3-15,-9 2-3 0,8 0 4 0,-8 0 0 16,0 0 3-16,5 2-2 0,-5 1 6 0,4 2 0 15,-4 2 0-15,0-2 1 0,0-1-2 0,-4 3 0 16,4-1 1-16,0 2-2 0,0-2-2 0,-1 1-1 16,1 4 0-16,0-2 0 0,0-1 0 0,-3-2 0 15,3 2-1-15,0-1 1 0,0-1 0 0,0 0 2 16,0 0-3-16,0-2 1 0,0-4 1 0,-1 4-1 16,1-4-1-16,-4 3-7 0,4-3-14 0,0 0-13 15,0 0-9-15,-10-6-3 0,3 1 0 0,3-3 7 0,1-2 3 16,-1-2 6-16,4-5 0 0,0-3 5 0,1-6-1 15,3-1 1-15,1-3 0 0,4 1 5 0,-1 2 2 16,-2 2 5-16,4 1 10 0,-3 6 13 0,2 1 7 16,0 3 13-16,0 5 6 0,0-1 2 15,0 4 1-15,1 2 12 0,0-3 6 0,0 4-2 0,2 0-3 16,-1 4-6-16,0 1-4 0,0 1-5 0,-1 2-4 16,-3 0-2-16,1 2-4 0,0 2-2 0,-1-1-2 15,-1 2 1-15,-2 1-6 0,-2 1 3 0,-2 0-5 0,0-2 1 16,-2 1-4-16,-1-1-3 0,0-1 1 15,1 0-3-15,-2-2 1 0,4-2 0 0,-1 0-3 16,-3-1-1-16,4 2 0 0,0-4-1 0,-2 1-3 0,2-3 5 16,0 0-5-16,0 0 2 0,0 0-5 0,0 0-2 15,7-13-3-15,-3 9 6 0,1 0-5 0,2-1 4 16,-1 2-2-16,-1 0 0 0,-1 1 2 0,1-1 2 16,0 2-4-16,-5 1 0 0,10 1 0 0,-10-1 0 15,7 5 0-15,-6 1 1 0,2 0 3 0,-3 3 3 16,0 2 0-16,-3-2 1 0,3 1-1 0,-1 4 3 15,-2-4 2-15,2 2 4 0,-2-4-6 0,2 4 1 16,1-3-4-16,0-2 7 0,0 1-4 0,1-3 0 0,-1 0 2 16,4-1 0-16,3-1 0 0,-1-3 2 15,9 0-4-15,2-3-3 0,3-1-1 0,2-1-21 0,-1-2-28 16,-2 0-48-16,1-1-50 0,-2 1-42 0,0-2-61 16,-12 1-196-16,7 2-480 0,-5-1 213 0</inkml:trace>
  <inkml:trace contextRef="#ctx0" brushRef="#br0" timeOffset="3834.77">28233 5651 236 0,'4'2'283'0,"-4"-2"-8"0,3 3-5 0,-3-3-11 15,0 0-10-15,0 0-19 0,0 0-19 0,0 0-19 0,0 0-19 16,0 0-20-16,0 0-71 0,4 3-108 0,-4-3-178 16,0 0-194-16,-24-8-430 0,5 0 191 15</inkml:trace>
  <inkml:trace contextRef="#ctx0" brushRef="#br0" timeOffset="6880.75">19442 6884 118 0,'-3'0'137'0,"3"0"-10"15,0 0-8-15,-2 3-18 0,2-3-8 0,0 0-6 0,0 0-4 16,0 0 1-16,0 0-4 0,0 0 3 0,0 0 0 16,0 0 4-16,0 0 6 0,-3 3-4 15,3-3 1-15,0 0-5 0,0 0 0 0,0 0-5 0,0 0-6 16,0 0 2-16,0 0-4 0,0 0-4 0,0 0 0 15,0 0-3-15,0 0-1 0,0 0-3 0,0 0-4 16,0 0 0-16,0 0-3 0,0 0-4 0,0 0-2 16,0 0-3-16,0 0-5 0,0 0 2 0,0 0 0 15,0 0-1-15,0 0 0 0,0 0 0 0,0 0 2 0,0 0-1 16,0 0 0-16,0 0-2 0,0 0-5 0,0 0-2 16,0 0 0-16,0 0-9 0,0 0 5 0,0 0-1 15,10 0-2-15,-3 2 3 0,5-4 4 0,6 2-4 16,4 2 2-16,5-2-6 0,5 0-3 15,-1 0 1-15,2 0-23 0,1 3-6 0,-1-3 12 0,-1 0-12 16,2 2 6-16,-2 0-3 0,-2-3-1 0,1 1 3 16,-11 1 1-16,0 2-1 0,-3-3-1 0,-2 1-1 15,-3-1 3-15,0-1 3 0,-6 1-3 0,4 1-2 0,-6-1 7 16,3 1-5-16,-2 1-2 0,-5-2 4 16,0 0 1-16,11 0 0 0,-11 0-3 0,0 0 3 15,6-2-4-15,-6 2-2 0,0 0-5 0,0 0-16 0,0 0-22 16,0 0-28-16,0 0-30 0,0 0-34 15,0 0-37-15,0 0-31 0,-11 10-53 0,6-9-147 0,5-1-439 16,-13 1 193-16</inkml:trace>
  <inkml:trace contextRef="#ctx0" brushRef="#br0" timeOffset="7366.78">19333 7190 45 0,'0'0'212'0,"-4"2"-4"15,4-2-6-15,0 0-2 0,-1 3-9 0,1-3-16 0,0 0-14 16,0 0-13-16,-4 4-12 0,4-4-13 0,0 0-11 15,0 0-8-15,0 0-5 0,0 0-8 16,0 0-3-16,0 0-9 0,-5 2 2 0,5-2-5 0,0 0 0 16,0 0-6-16,0 0-2 0,0 0-5 0,0 0-5 15,0 0-2-15,0 0-4 0,0 0-2 0,0 0-4 16,0 0 1-16,0 0-4 0,0 0 8 0,10 2 4 16,-10-2 6-16,10 0-2 0,2 1-5 0,-1 1 0 0,7-4-10 15,0 4 5-15,5-2 2 0,9 0-6 16,0 0-1-16,1 0-4 0,4 0-1 0,-2-2-2 0,4 1 0 15,-3 0-6-15,1 1-6 0,-1 0-4 0,-4 0 2 16,-1 0-9-16,-4-1 4 0,-6 1-1 0,-4 0-3 16,-2 0 1-16,-2 0 1 0,-3-2-5 0,-1 2-1 15,-5-4 10-15,1 4-12 0,-5 0 3 0,10 0 1 16,-6-2-4-16,-4 2 6 0,0 0-6 0,9-1-1 16,-9 1 4-16,0 0-7 0,0 0 2 0,0 0-6 15,3-2-26-15,-3 2-37 0,0 0-44 0,0 0-52 0,0 0-55 16,-13-6-56-16,4 6-292 0,1-3-607 0,-2-1 269 15</inkml:trace>
  <inkml:trace contextRef="#ctx0" brushRef="#br0" timeOffset="10748.17">3857 13245 115 0,'0'0'132'0,"0"0"-11"16,0 0-10-16,-1-6-7 0,1 6-3 0,0 0-12 0,-4-2-7 15,4 2-2-15,0 0-5 0,0 0-5 0,-4-4-10 16,4 4-4-16,0 0-2 0,0 0-7 0,0 0 0 16,0 0-6-16,-4-3-3 0,4 3-3 0,0 0 1 15,0 0-8-15,0 0-3 0,-11 4 2 0,11-4-2 16,-6 3 0-16,6-3 1 0,-7 2-2 0,3 1 2 16,2 0-1-16,-1-1-5 0,-2 2 0 0,1-1 0 15,1 2-2-15,-1-1-2 0,0 1-2 0,0 3 0 0,0-4 2 16,-2 6-1-16,3-2-3 0,-2 3 7 15,0-1-7-15,1 0 2 0,0 2 8 0,-1 0 3 16,-1 2-6-16,-1 3 1 0,5 0-2 0,-3 3 6 0,2-2-1 16,-2 2-1-16,0-2-2 0,3 1 1 0,-1 1 0 15,0-2 5-15,2 2-1 0,1-1-5 0,-1 1 2 16,1-4 0-16,1 2-1 0,0-1 4 0,1 0-3 16,-2 0-2-16,0 0 1 0,0 0 0 0,1 1 2 15,-1-9-2-15,3 4-2 0,-2 1 7 0,0-3 13 16,-1 6-3-16,2-4-5 0,-2-3 1 0,2 2-5 15,-2 0-3-15,1 4 0 0,-1-2-1 0,0-1-7 16,0 0 4-16,0 4 1 0,4-5-6 0,-4-2-2 16,1 0 0-16,0 1 2 0,2 1-2 0,0-2-12 15,0 1-1-15,1 0 0 0,0 0 0 0,1-2 1 16,-1 0 0-16,0-4-1 0,0 0 3 0,0 2-3 0,-1-4 4 16,1 2-2-16,-1-1-1 0,0-1 3 0,0-1 0 15,-3-2 0-15,3 3-7 0,-3-3-50 0,0 0-76 16,0 0-119-16,0 0-162 0,-8-12-444 0,3 4 196 15</inkml:trace>
  <inkml:trace contextRef="#ctx0" brushRef="#br0" timeOffset="12931.32">24967 12709 67 0,'0'0'101'0,"0"0"-10"0,-5 0-4 0,5 0-3 16,-4-5-5-16,4 5 0 0,-5-2-9 0,5 2 1 15,-5-2 3-15,5 2 1 0,-3-3-9 0,3 3-2 16,0 0-8-16,0 0-4 0,0 0-2 0,-5-2-4 16,5 2 1-16,0 0-3 0,0 0-5 0,0 0-3 15,0 0-4-15,0 0 1 0,0 0-6 0,0 0-2 16,0 0-3-16,0 0 2 0,0 0 6 0,0 0 3 16,0 0-1-16,0 0 7 0,0 0 17 0,0 0-1 0,0 0-3 15,0 0-1-15,0 0-6 0,0 0-6 0,0 0-3 16,0 0-4-16,0 0-2 0,0 0-5 0,0 0-4 15,0 0 3-15,0 0-4 0,0 0-1 0,9 16 4 16,0-8-6-16,0 1 3 0,1 4 13 0,3 0 2 16,0 1-6-16,0 5 2 0,4 0-3 0,-1 3 2 15,0 0-1-15,-1 2-4 0,0-2 3 0,-4 2 3 16,3-2 3-16,-5 4-6 0,0 0 0 0,0-3-4 0,-4-3 0 16,4 5-1-16,-1 0-2 0,-4-4-2 15,1-3 0-15,-4 1-1 0,3 0-2 0,-8 0-1 16,4 1-1-16,-1 5 0 0,0-6 0 0,-2 0 0 0,-2-1 0 15,1 0 0-15,-1-1 2 0,0-2 1 0,-3 1-7 16,3-4 4-16,1-2 0 0,-1 2 1 0,1-2-2 16,-1 0 1-16,1-2-4 0,-2 1 0 0,2-3-2 15,2 0 1-15,0-2-4 0,-2 2 3 0,3-2 2 16,1-1-4-16,-4 2-6 0,2 1 6 0,-1-2-3 16,3 2 3-16,-5-1 0 0,1 0 3 0,2 3 1 15,-1-3-2-15,1 1 0 0,-2 1 0 0,2-1-1 16,0 2-2-16,-1-2-2 0,3 0 4 0,-2 0-2 15,-1 1 0-15,0-2-2 0,1 0 3 0,1 1-4 0,-2-2 3 16,3 1-1-16,-1-3-3 0,1-2 0 0,0 7 3 16,0-7-7-16,-1 5 7 0,1-5 1 0,0 0 3 15,0 0-3-15,4 3 0 0,-4-3 0 0,0 0 4 16,0 0 0-16,0 0-2 0,14-5-1 0,-11 2-4 16,-3 3 2-16,6-1-3 0,-6 1 3 0,4-3-1 15,-4 3 3-15,0 0-5 0,3-3 1 0,-3 3-2 16,0 0 3-16,0 0-2 0,0 0-2 0,0 0 4 0,9 7-5 15,-9-4 2-15,5-1 1 0,-5 1-5 0,4 2-3 16,-4-1-8-16,1-1-12 0,-1-3-1 16,4 2-8-16,-4-2-13 0,0 4-17 0,0-4-29 0,0 0-34 15,0 0-31-15,0 0-46 0,-14-6-205 0,4 1-443 16,1-3 196-16</inkml:trace>
  <inkml:trace contextRef="#ctx0" brushRef="#br0" timeOffset="16397.75">4403 14197 9 0,'-7'0'109'0,"1"-2"-5"0,6 2-11 0,-13 0-6 0,10 0-3 15,3 0-7-15,-9-2 1 0,9 2 0 0,-8-1 7 16,8 1-9-16,-9-3 1 0,9 3 1 0,-4-2-7 16,4 2 2-16,-2-3-2 0,2 3-4 0,-7-1-6 15,3-2-10-15,4 3 5 0,-6-1-13 0,6 1 6 16,-1-4-6-16,1 4-1 0,-4-2 2 0,4 2-3 15,0 0-2-15,-4-3-4 0,4 3-2 0,0 0 1 16,0 0-11-16,-1-4-6 0,1 4 6 0,0 0-3 0,0 0-4 16,0 0-3-16,0 0-3 0,-4-3 4 0,4 3 0 15,0 0-8-15,0 0-1 0,0 0 2 16,0 0-6-16,9-2 6 0,-9 2 1 0,5-2-1 0,4 2-3 16,-1-1-6-16,-8 1 7 0,16-2 0 0,-4 0-4 15,-1 2 3-15,3 0-3 0,-1-3 5 0,6 3-2 16,-2-1 4-16,2-2-5 0,3 0 2 0,-2 0-4 15,3 1 3-15,4-1-1 0,2-3 0 0,-2 1-5 16,3 0-3-16,4 2 3 0,-2-4 2 0,-3 2-7 16,9 1 5-16,-3-4 4 0,2 1 0 0,2 2 1 15,-1-2-5-15,4 0 1 0,8 2 2 0,1-3 1 0,-13 4-1 16,16-7 0-16,1 5 1 0,-2-5 1 0,1 5 1 16,0-2-6-16,-3 4-2 0,2-5 6 0,-1 3-7 15,0-1 8-15,6 2-2 0,1-1-2 0,-1 1 2 16,1-3-2-16,1 2-5 0,1 2 8 0,3-1 1 15,-1 1-1-15,5-1-1 0,-4 0-8 0,2-2-2 16,-2 3 1-16,1 3-2 0,-1-4 0 0,3 0 1 16,-2 4 0-16,-1-1-1 0,2-2 2 0,25 0 4 15,-30-2-2-15,3 3 1 0,1-1 1 0,-2 1-1 0,-1-4 2 16,1 5-1-16,3-5 3 0,-2 2-2 0,2 0 1 16,0 0-3-16,-2-2 4 0,29-1 3 0,-29 3 1 15,28-4 0-15,-27-1 2 0,30 1 0 0,-30 1-6 16,28-4 7-16,-2 2 1 0,-26 6 0 0,27-8 4 15,0 7-5-15,2-5 0 0,-4 4-3 0,1 1 1 16,-24-2 4-16,25 3-6 0,-25 0 5 0,28-1-4 16,-2 0-1-16,-28 1-1 0,31-4 1 0,-5 3-1 15,-24 2 4-15,29-1-3 0,-5-3 0 0,-27 2 2 16,28-2 0-16,-27 3-1 0,27-2-3 0,-27 1 3 16,26 0-3-16,-2-1 0 0,-22 3 0 0,27-2 3 0,1 4-1 15,-30-3-2-15,27-1 1 0,-26 2-2 0,26 0 3 16,-25-1-3-16,25 3 1 0,-27 1 2 0,27-2 0 15,-27 0 0-15,26 0-3 0,-26-1 3 0,2 1-6 16,-4 1 6-16,4-1-2 0,-2-2 1 0,0 3 1 16,-5-1-3-16,3 0 4 0,1-1-5 0,-7 3 2 15,5 0 2-15,-2-1-5 0,0 1 5 0,0 0-3 16,0-3-1-16,-2-1 1 0,4 3-3 0,-2 1 4 0,-1-3-2 16,1 3 1-16,0-2 4 0,0 0-3 15,1 1 2-15,1 1-3 0,-1 1 2 0,0-3 2 16,3 3-5-16,-1 0 1 0,-3 1 3 0,3-2 0 0,-5 2-1 15,1 1 1-15,0-3-2 0,-2 5 0 0,2-4 0 16,-3 2 1-16,2 0 1 0,-5-2 1 0,3 3-1 16,1 0-2-16,-2-3-2 0,5 3-1 0,-2-1 5 15,-1-3-6-15,2 4 2 0,-2-1 3 0,-3-1-1 16,4 1 0-16,-1 1 3 0,1-3-6 0,-5 0 1 16,5 3 2-16,-5 0 2 0,4-3-2 0,0 1-2 15,-2 0 4-15,4-1-2 0,-3 1-1 0,0 2-1 0,2-1 3 16,-6-3-3-16,3 3 3 0,0-1-6 0,1 2 2 15,-1 1 1-15,-2-3 1 0,4 1 4 0,-2-1-1 16,1 2-1-16,2-3-1 0,2-1-3 0,0 5 3 16,-1-4-5-16,7 3 4 0,-3-4 1 0,-1 2 1 15,1-1-3-15,1 1 6 0,-4 0-2 0,3 1 2 16,3-3-4-16,-2 2 1 0,1-2-1 0,0 2 1 16,3-2-3-16,-2 1-4 0,29-1 6 0,-35 3 0 15,5-3 0-15,-4 4 1 0,3-3-1 0,4 0-4 16,24-2 3-16,-29 2 3 0,2 2-5 0,1-1 3 15,29-2-3-15,-1 2 0 0,-30 1 3 0,28-5-2 0,-28 5 1 16,28-2-2-16,-25 2 1 0,23-1-2 16,-23-2-2-16,30-2 3 0,-7 2-1 0,0 2 4 0,2 3-2 15,-24-5 1-15,29 0-2 0,-4 3 1 0,-1-3 1 16,-29 3 1-16,34-6-1 0,-5 6-1 0,1-6 3 16,1 6-3-16,-2-2 3 0,0 2-2 0,-30-3 0 15,35 1-2-15,-6-2 2 0,0 1 0 0,-25-3 0 16,26-1 3-16,2 4 0 0,-1-3-3 0,-2 5-2 15,1-4 3-15,-2 1 0 0,-25 2-1 0,33-3-1 16,2-3 3-16,-1 5 2 0,-5-4-2 0,5 4 1 0,2-3-5 16,-3 0 7-16,4 1-3 0,2 2 1 0,-10-3-1 15,4 1 1-15,3-1-4 0,1 1 2 0,0 0 0 16,-5 1-2-16,-1 0 0 0,-4-2-5 0,-1-1 8 16,-29 1-6-16,5 3 9 0,-3-2-3 0,1-1 3 15,-4 3 0-15,-5-2-2 0,-1 1 3 0,-16 1-4 16,-6 0 5-16,-1-2-7 0,-12 2 1 0,-7-2-6 15,-3 2-22-15,-3 0-28 0,-7 0-19 0,0 0-33 16,0 0-49-16,-30 2-120 0,2-4-300 0,-5 1 134 0</inkml:trace>
  <inkml:trace contextRef="#ctx0" brushRef="#br0" timeOffset="18682.14">12446 14279 4 0,'0'0'140'0,"0"0"-8"0,-3 3-9 16,3-3-12-16,0 0-6 0,0 0-11 0,0 0-5 15,0 0-8-15,0 0 3 0,0 0-5 0,0 0-5 16,0 0 1-16,0 0 6 0,0 0-6 0,0 0-4 16,0 0 3-16,0 0-4 0,0 0-2 0,0 0-2 15,0 0-5-15,0 0-5 0,0 0-2 0,0 0-2 16,0 0-9-16,0 0-2 0,23-7-4 0,-13 2-3 16,2 4-2-16,3-1-5 0,-1-2-3 0,4 2-2 15,-4 1-3-15,1 1-4 0,6 0 2 0,-7 0-3 0,-1 2-1 16,-2 1-4-16,1 1 1 0,-1-1 2 0,-2 2-2 15,-2 0 0-15,-1 0-3 0,1 3 1 0,-4 1 1 16,-2 0-2-16,1 1-1 0,-2 0-1 0,-3-1 4 16,2 1 2-16,-3 2-6 0,0 0 7 15,0 1 10-15,2 0-3 0,-2-1-1 0,1-1 0 0,1 3-1 16,-1-3 0-16,2 2-1 0,-2-1-2 0,3 0-1 16,0 1 2-16,2-1-4 0,-2 2-2 0,1 1 3 0,2-2-2 15,-1 0-4-15,1-7 0 0,-3 5 2 16,2-3-2-16,0-1-2 0,0 1 1 0,-1-6-3 15,2 5 4-15,-3-4-1 0,1 1 1 0,1-2-1 16,-2-2-3-16,0 5 0 0,2-2 1 0,-2-3-3 16,0 0-3-16,0 0-26 0,0 0-28 0,-4 7-38 0,4-7-40 15,0 0-87-15,0 0-133 0,0 0-382 0,-10-11 169 16</inkml:trace>
  <inkml:trace contextRef="#ctx0" brushRef="#br0" timeOffset="19066.59">12843 14461 209 0,'-3'2'227'0,"3"-2"-20"0,0 0-20 0,0 0-18 16,0 0-17-16,0 0-14 0,0 0-14 0,13 1-10 0,-4-1-14 15,0-1-9-15,4-1-9 0,6 0-7 0,0 0-5 16,-1-1-11-16,5-1-6 0,-4 1-7 0,-1 1-2 15,0-1-4-15,-6 1-6 0,2 2-3 0,-4-1-3 16,0-1-5-16,-2 2 1 0,-2-1-6 0,-1 1-8 16,-5 0-20-16,8-2-25 0,-8 2-23 0,9 2-26 15,-9-2-28-15,6 1-86 0,-6-1-112 0,0 0-335 16,7 0 147-16</inkml:trace>
  <inkml:trace contextRef="#ctx0" brushRef="#br0" timeOffset="19464.28">13406 14309 81 0,'-3'3'211'0,"3"-3"-16"16,-8 4-15-16,4-2-11 0,2 5-17 0,-1-2-15 0,3 2-10 15,-3 1-12-15,2 1-13 0,1 3-10 0,0-2-5 16,0 0-11-16,0 1-7 0,1-1-7 0,2 2-8 16,-3-3-3-16,1 0-7 0,-1 3-2 0,2-3-8 15,1-1-1-15,-3 0-4 0,3-2-2 0,-3 1-1 16,0-2-3-16,1 0-6 0,-1 0-5 0,3 1-25 16,-3-2-39-16,0-4-30 0,1 4-41 0,2-2-207 15,-3-2-357-15,0 0 159 0</inkml:trace>
  <inkml:trace contextRef="#ctx0" brushRef="#br0" timeOffset="19747.29">13562 14420 15 0,'-1'3'214'0,"0"1"-18"0,1-4-22 0,2 7-15 16,0-4-7-16,1 0-11 0,3-1-11 0,3 2-12 15,2-1-13-15,3-2-12 0,0-1-8 0,-1 0-6 16,7-3-12-16,0 1-6 0,-1-2-6 0,-1 0-5 0,-7 1-4 16,2-3-7-16,-3 0-3 0,-2-1-1 15,-2 0-4-15,-2 1-4 0,-3-3-1 0,-1 2-3 0,-3 0-4 16,-3-3 1-16,-4 3-1 0,-5-3 1 0,-2 5 0 16,-2-1 1-16,-1 0-3 0,-6 4 3 0,-5-1-4 15,10 3-2-15,0 3 0 0,2-3 1 0,1 4-10 16,0 0-17-16,5 0-45 0,6 1-57 0,-1 0-89 15,3-1-132-15,0 1-361 0,1-2 159 0</inkml:trace>
  <inkml:trace contextRef="#ctx0" brushRef="#br0" timeOffset="21085.16">13161 13929 89 0,'-20'0'152'0,"-2"0"-13"0,4-2-10 0,-4 1-11 15,2 1-8-15,-3 0-8 0,4 0-15 0,-4 0 3 16,1 0 0-16,0 3-8 0,3-3-6 0,-9 2-4 16,1 3-2-16,4-2-9 0,3-1 0 0,-11 5-7 15,0 0 2-15,-1-2-11 0,0 5 4 0,3-1-8 16,-7 2-1-16,2 0-3 0,2 1 1 0,-3 0-1 16,6 1-4-16,-5 0-4 0,2 2 0 0,0-1-2 15,0 0 0-15,0 3-1 0,1 0-4 0,2-3 2 0,1 2-6 16,1-1 4-16,1 0-3 0,2 1-2 15,9-4-2-15,-2 1-1 0,-1-2-3 0,4 2 2 0,1 1-2 16,1-3-1-16,0 1 2 0,0 2-5 0,4-5 2 16,1 2 0-16,-1-1 0 0,1 1-7 0,-1 2 4 15,2 1 0-15,-2 0 0 0,3 3-5 0,-2-2 4 16,4-5-7-16,-1 1 7 0,1 2-3 0,1-1 0 16,1 2 0-16,1-2-2 0,-2 5 1 0,0-2 3 15,3 1-2-15,0 0-3 0,3 0 1 0,-3-4 0 16,3 0 2-16,1-2 1 0,-1 2-1 0,0 1 2 15,0-1-1-15,0-1-3 0,1 1 0 0,0 0 3 16,4 2-6-16,-3 0 4 0,1 1-1 0,-1-4 1 16,4-1 1-16,-3 1-3 0,4 1 1 0,-4-1-1 0,5 2 2 15,-3 0 1-15,4-1-1 0,-3 1-1 0,-1-2 1 16,5-1-2-16,-5 2 2 0,4 0-1 16,0 1 2-16,-2 0-2 0,3-2 1 0,-1 1 0 0,-1-1 1 15,4-1-4-15,-2 0 2 0,2-1-2 0,0 2 1 16,-2-2 4-16,4-2-2 0,-4 1 0 0,4-1-3 0,-4 1 2 15,4-1 0-15,-1 0-1 0,2 0 2 16,-4 0 1-16,4-2-1 0,-2 3-1 0,-1-1 2 16,-2-2-1-16,2 2 1 0,-1-2-2 0,3 1 3 0,0 0-3 15,-1-4-2-15,2 3 2 0,-4-1 3 0,4 1 2 16,-1-2 0-16,0 1-3 0,1 0-2 0,-1-1 0 16,0 1-2-16,5-2 2 0,-5 1 1 0,5-2-1 15,-4 2 0-15,4-3 3 0,-4 0-2 0,4 0 1 16,0 0-2-16,-4 0 4 0,4 0-4 0,-1 1 0 15,0-2 0-15,-3 1-1 0,4 0 0 0,-1-3 1 16,0 3 1-16,-1 0-2 0,1-2-2 0,-2-1 3 16,2 1 1-16,-2 0 0 0,0 0-1 0,-1-1 1 15,1 0 0-15,-3-1 1 0,5 1-2 0,-5-2-1 16,-4 3-1-16,8-1 1 0,-3-1 3 0,-1 3-2 16,3-3 1-16,-1 1 0 0,1-2-1 0,2-1 2 0,-3 2 2 15,3 0-6-15,-2 0 3 0,1-3 0 16,0 1 1-16,-1-1-2 0,0 2 1 0,2-2-2 0,-2 2 2 15,5-7-2-15,-6 7 2 0,0-3 1 0,-1 1-5 16,1-1 3-16,-1 3-2 0,-3-2 2 0,-3 1 2 16,4-1-3-16,-3 2 2 0,-3 0 2 0,1 1-3 15,0-1-2-15,-1-1 0 0,2 2 2 0,-2-1-1 16,0 0-1-16,-1 1 5 0,4-1-3 0,-3-1-1 16,0-1 1-16,7 0 2 0,-5 2-2 0,1-5-1 15,0 0 2-15,1 1 2 0,4-3-3 0,-5 0 0 16,5 0 3-16,-3 0-3 0,-2-1 1 0,1-1-5 0,-1 2 6 15,0-2-1-15,-2 1-1 0,1-1 1 0,-6 6 1 16,-2-4-1-16,1 0-5 0,-1 2 3 16,-3-1 4-16,0-2 1 0,-1 1-2 0,0 2 7 0,0-1 17 15,-2 1-1-15,-1-2-3 0,1 0-1 0,-2 1 0 16,-1-5-3-16,1 5 3 0,-4-5-3 0,3 7-1 16,-5-6-1-16,4-2-1 0,-2 3-1 0,-5-1 3 15,4-1 1-15,-1-2-1 0,-4-3-1 0,-2-2 3 16,1 1 6-16,-3-1-5 0,0 1 5 0,0-4 0 15,-3 2-2-15,-2 1 0 0,-1-4 0 0,-3 4-4 16,1-3-3-16,-1 3 3 0,-5 1-5 0,-1 1 2 16,-1 2-2-16,2-1-3 0,-13 1 1 0,-5-5-2 0,1 10-1 15,-2-1-1-15,2 5 0 0,-3 2 2 0,0 2-2 16,-2 3-8-16,-3 1-28 0,-3 6-32 0,-3 2-44 16,-26 11-47-16,26-3-21 0,-33 15-264 0,8 4-472 15,-6-2 209-15</inkml:trace>
  <inkml:trace contextRef="#ctx0" brushRef="#br0" timeOffset="33682.64">7661 15318 30 0,'0'0'52'0,"9"-2"-5"0,-9 2-3 0,0 0 2 0,0 0 4 16,0 0-5-16,0 0 3 0,9 9-3 0,-7-9-8 16,0 2 0-16,-2-2 2 0,5 7-1 0,-2-1 7 15,-1-2 2-15,2 2-5 0,-1 1 1 0,0 1-2 16,1 5 2-16,2-4-1 0,-1 4-2 0,1-4-7 16,0 7 1-16,2 0 0 0,1-2 1 0,-4 4-2 0,1-1-4 15,2 1 2-15,-3-2-5 0,3 0-4 16,2 1 6-16,-5 0-1 0,-1-3 9 0,4 2-5 15,-4-6-5-15,2 5-2 0,-1-2 0 0,-1-3-1 16,0 0-4-16,0 4-3 0,-2-7 4 0,1 5-5 0,1-3 1 16,-3-1-6-16,2 0-13 0,-1-1-45 15,-1-1-58-15,-1-1-117 0,3-2-241 0,-3-3 106 0</inkml:trace>
  <inkml:trace contextRef="#ctx0" brushRef="#br0" timeOffset="34131.07">8113 15258 71 0,'-4'1'81'0,"-3"3"-7"16,1 2-2-16,-2-3 1 0,-1 4-8 0,-1-2 4 0,-1 2 3 15,2 2-5-15,0-1 4 0,1 0 5 0,-1 2-15 16,3 1-3-16,-1 0-3 0,2 1-9 0,1-2-2 16,4 0 3-16,0 0-8 0,3 2-3 0,2-2-6 15,0-2-1-15,4 1 7 0,4-2-8 0,-3 0-5 16,9-2-3-16,-3 1 2 0,1 1-1 0,0-3 0 15,1 4-6-15,-3-5 0 0,3 4-5 0,-4 0-2 16,2 0 4-16,-5 0-7 0,-1 1 1 0,-1-1 4 16,0 1-7-16,-1 1 6 0,-2-2-1 0,1 3-5 0,-2-1 1 15,-1 0 1-15,-2 0 0 0,-2 2-2 0,1-2 3 16,1-1-2-16,-2 0 5 0,0 2-3 0,0-4-3 16,-2 4 1-16,1-4-2 0,1 0-3 0,0 2 1 15,0-1 2-15,-1 0 1 0,0 0-1 0,-2 2-1 16,3-1-24-16,-1-1-34 0,-2-2-41 0,-2 5-135 15,5-3-250-15,-4-3 111 0</inkml:trace>
  <inkml:trace contextRef="#ctx0" brushRef="#br0" timeOffset="35083.21">9990 15000 45 0,'-4'-4'148'16,"-1"-1"-11"-16,1 2-11 0,-4-1-12 0,3 0 0 16,1 0-8-16,-1 3-11 0,0-2-13 0,-4 1-8 15,5 0 2-15,-1 1-9 0,5 1 2 0,-13 0-5 16,8 1 4-16,5-1-6 0,-14 0-3 0,9 3-25 16,-1 0 0-16,-3 2-4 0,0-1-3 0,0 4 1 15,0-2-4-15,-5 5 0 0,2 1-3 0,1-2-1 16,1 6-4-16,-2-1 0 0,1 2 6 0,-2 2-4 0,-1 6-3 15,5-1 5-15,-3 0 3 0,7 1 2 0,0 0-2 16,1 0 0-16,4 2-1 0,3-3 0 16,-1-6 1-16,7-1-1 0,-1 1-1 0,1-2-4 0,5-2 1 15,0-3-2-15,0-3 2 0,3 1 0 0,1-4-2 16,-2-2-5-16,2-1 3 0,-4-3-5 0,4-3 1 16,1 0-1-16,-3-2-1 0,-3 2-3 0,3-6 2 15,-2 1-3-15,-4 1-1 0,3-4 1 0,0-2-4 16,-3 2-8-16,-2 4-1 0,0-8-2 0,-4 5 0 15,1 0-1-15,-2 0 3 0,1 1 2 0,-1 2 0 16,-1 2 4-16,1 1-2 0,-2 0-4 0,3 1-1 16,-4 4 4-16,1-5 2 0,-1 5-4 0,2-1 1 0,-2 1 3 15,0 0-2-15,0 0 1 0,0 0 5 0,0 0-2 16,9 5-1-16,-6-2 0 0,-3 0 0 0,3 1-1 16,-2 1 3-16,1 0 1 0,1 1-1 0,0 1 2 15,-3-1-8-15,3 1 5 0,-1-2 2 16,-1 2-5-16,3 0 5 0,-2-1 0 0,2 4-5 0,0-2 4 15,-3-2 4-15,3 2-2 0,0-5-1 0,2 3 2 16,-5-3 0-16,3 2-1 0,0-2-1 0,0 0 2 16,0-1-2-16,1 2 2 0,-1-3-2 0,-4-1-2 15,7 0 0-15,-7 0-1 0,12-4 4 0,-7 0 6 16,-1 1-7-16,2 1 1 0,1-3 1 0,-5 1-1 16,2-1 1-16,0 4 1 0,1-1-6 0,-1-1 4 0,2 0 0 15,-2 2 0-15,-4 1-3 0,9 3-1 0,-2 2 2 16,-2-2-1-16,2 5 1 0,0 1 0 15,-1 1 2-15,-1-1-1 0,5 6-3 0,-3-1 2 0,2 3 2 16,-2-2-1-16,2-1 3 0,0 0-4 0,-1-3 4 16,-2 1-3-16,3-5 3 0,0 3-2 0,-1-6-2 15,-2 2-1-15,4-2 5 0,-2-1-1 0,1-3-19 16,1-2-24-16,-1-2-8 0,-1 0-26 0,2 0-23 16,-1 0-21-16,1-6-18 0,-3 4-123 0,-1-4-281 15,-1 3 125-15</inkml:trace>
  <inkml:trace contextRef="#ctx0" brushRef="#br0" timeOffset="35268.75">10571 15499 11 0,'5'3'44'0,"0"-1"-5"0,-1 3-7 0,0-2 0 0,-3 1-1 15,3 0-7-15,-3 3-29 0,2-4-30 0,-2 0-38 16,-1 2 18-16</inkml:trace>
  <inkml:trace contextRef="#ctx0" brushRef="#br0" timeOffset="35400.92">10770 15536 74 0,'11'-4'112'0,"-4"2"-7"0,2 2-16 16,0 0-88-16,-5-1-65 0,-4 1-69 0,0 0 31 0</inkml:trace>
  <inkml:trace contextRef="#ctx0" brushRef="#br0" timeOffset="42948.07">9652 17351 84 0,'0'-3'112'0,"-4"0"-19"16,2-1-1-16,0 1-10 0,2 3 0 0,-5-7-7 0,2 6-12 15,-1-1 20-15,4 2-24 0,-4-6 6 0,4 6-11 16,-6-3-6-16,3 0 1 0,3 3-7 0,-6-2-1 15,6 2-5-15,-12-1-5 0,7 0-6 0,5 1 4 16,-15 4-3-16,5-3-4 0,2 1 8 0,-4 2-7 16,-2 1 2-16,4-2 1 0,-4 2 1 0,2-1-1 15,0 1-1-15,-4 3 3 0,2 0-3 0,0-2-2 16,4 1 11-16,1 1-9 0,-4-1 3 0,3-1 1 16,0 3 2-16,2-2-3 0,-1 1-4 15,3-2 5-15,-3 6-4 0,3-4 1 0,-1 4-4 0,2 0-6 16,0-1 4-16,-1-1-3 0,2 5 0 0,1-2-4 15,2-1 5-15,1 4-4 0,1-1-1 0,-1 1 4 16,0 3-1-16,3 6-4 0,1-8 3 0,2 2 2 16,-5 1 2-16,3-1 3 0,1-2 5 0,2 11-4 15,-5-8-3-15,2 3 5 0,-1-2 0 0,1-2-3 16,-1 1 0-16,-2 0-3 0,1-1-3 0,0 0 1 16,1 2 3-16,1-4-2 0,-2 1-1 0,1 1 1 15,-2-2-6-15,0-1-1 0,1 1 6 0,-2 0-4 16,2-5-2-16,-2-12 2 0,5 23-5 0,-5-23 1 15,3 18 1-15,-3-18-5 0,2 18 1 0,-2-18 2 16,0 0-3-16,3 12 0 0,-3-12 1 0,0 0-1 16,0 0-1-16,0 0 2 0,0 0-1 0,0 0 1 15,0 0-9-15,-1 15-35 0,-1-17-43 0,2 2-39 16,0 0-40-16,-6-13-53 0,1 8-111 0,-3-2-349 16,2 1 156-16</inkml:trace>
  <inkml:trace contextRef="#ctx0" brushRef="#br0" timeOffset="43447.8">9220 17980 83 0,'0'0'142'15,"0"0"-18"-15,0 0-14 0,0 0-7 0,0-4-11 16,0 4-13-16,0 0-7 0,0 0-7 0,0 0-6 15,0 0-6-15,0 0-8 0,0 0-2 0,0 0-6 16,0 0 0-16,0 0-5 0,0 0-1 0,9 9 10 16,-5-4 3-16,-4-1 5 0,3 3-8 0,-1-2 4 15,2 2-5-15,-2 0-6 0,2 4 1 0,2 0 3 16,-3-1-2-16,-1 1 2 0,4-1-5 0,-6-10 0 16,10 21-5-16,-10-21 1 0,13 21-1 0,-8-12 0 15,-5-9-3-15,13 20-2 0,-13-20 2 0,9 14-7 16,-9-14 1-16,10 12 0 0,-10-12-7 0,0 0 3 15,10 12-2-15,-10-12 6 0,0 0 0 0,0 0 12 16,12 10 14-16,-12-10 9 0,0 0 3 0,0 0 3 16,0 0-6-16,0 0-6 0,0 0 3 0,0 0-12 15,33-19 1-15,-25 12-5 0,1-1-2 0,0 3-2 16,0-1-2-16,0-4-5 0,2 3 1 0,1 1-2 0,0-1-7 16,1 0 1-16,-4 2-1 0,2-2-4 15,1 2 4-15,-2 0-5 0,0-2-2 0,-2 6 2 16,1-3-4-16,-1 1 1 0,-2-1 1 0,1 0-4 15,-2 2 2-15,-1 1 2 0,-4 1-6 0,5-5 2 16,-5 5 4-16,5-1-6 0,-5 1 15 0,3-4-14 16,-3 4-2-16,0 0 1 0,0 0 2 0,0 0-6 15,0 0-1-15,0 0-33 0,0 0-52 0,2 9-71 16,-2-9-96-16,0 0-144 0,0 0-429 0,0 0 191 16</inkml:trace>
  <inkml:trace contextRef="#ctx0" brushRef="#br0" timeOffset="44948.55">15040 17072 5 0,'-4'-3'136'0,"4"3"-12"0,-8-4-11 0,4 4-6 16,4 0-18-16,-6-3-5 0,6 3-9 0,0 0-12 15,-5 0-1-15,5 0 1 0,0 0-7 0,-7-2-1 16,7 2-6-16,0 0-2 0,0 0-1 0,0 0 4 16,0 0-5-16,-10 5 3 0,9-1-6 0,-3 0-2 0,0 0 8 15,0 4-6-15,-2-2 4 0,2 7-6 16,-1-6 4-16,1 5-4 0,-1-2 1 0,1 3 0 0,-2 3-3 15,2 0 4-15,-1 0-7 0,1 1 4 16,0-1 0-16,0 1-4 0,3 0-10 0,-3 1 2 0,4 2-2 16,-2-3-2-16,-1 0-3 0,3-2-3 0,-1 2 3 15,1 0 3-15,1 2-6 0,2 0 2 0,-1-2-6 16,-1 2 0-16,2-1 0 0,1-3 1 0,-3 3 0 16,0-1-3-16,2-1-2 0,1 2 3 0,-3-1-2 15,-1 3-1-15,3 1-1 0,-2-3-8 0,0 0 8 16,4 0-2-16,-5 1 0 0,3-2-2 0,-2 0 0 15,-1 0-1-15,4-3 3 0,-3-2-6 0,3 1 0 16,0-1 5-16,-1-2-1 0,-1 0-1 0,5 2 4 16,-1-3-4-16,-1 0-3 0,0-1 0 0,2 1-29 15,-4-3-37-15,4-1-33 0,-5 0-39 0,2-2-50 16,-3-2-121-16,-1-1-334 0,0 0 148 0</inkml:trace>
  <inkml:trace contextRef="#ctx0" brushRef="#br0" timeOffset="45449">14780 17723 77 0,'0'0'139'0,"0"0"-7"0,0 0-15 0,0 0-11 15,0 0-10-15,0 0-13 0,0 0-4 0,17 6-6 16,-11-2-9-16,1 0-3 0,-2 1-7 0,-1-1 0 16,2 2-10-16,0 1 7 0,2-2-2 0,-2 1-5 15,0 2-2-15,-1-5-5 0,2 6-1 0,-2-1-5 16,-1 0-3-16,0-3 5 0,1 4-2 0,-2-2-9 16,1 1 3-16,-1-2 1 0,1 4-9 0,-4-3 4 15,3-1 0-15,-1 0-6 0,-2-1 3 0,2 2-7 0,0-2 3 16,-2-1-7-16,1-1-1 0,2 0 6 15,-2 2-5-15,-1-5-4 0,4 4 2 0,0-3 5 16,-4-1-7-16,10-1 9 0,-10 1-2 0,10 0-7 16,-6-2 9-16,6 0-4 0,-2-1 1 0,-3 0-3 0,2 2-1 15,-1 0-4-15,0-1 4 0,-2 1 1 0,-4 1-5 16,9-1 0-16,-5-2 5 0,1 2-3 0,-1-3 0 16,1 1 11-16,-3 1 3 0,4 0 4 15,-6 2-1-15,5-5 0 0,-3 1-5 0,1 2 6 0,1-4 5 16,0 4 11-16,1 0-4 0,-3-1 10 0,-1-1 1 15,-1 4-3-15,4-7 2 0,-1 4-8 0,-2 1 2 16,-1 2-8-16,4-6 3 0,-3 4-5 16,-1 2 0-16,0 0-9 0,4-5 1 0,-4 2-4 0,0 3-2 15,0 0-2-15,4-2-14 0,-4 2-46 0,0 0-53 16,0 0-75-16,0 0-194 0,0 0-401 0,9-4 177 16</inkml:trace>
  <inkml:trace contextRef="#ctx0" brushRef="#br0" timeOffset="46632.39">21054 16999 137 0,'0'0'147'0,"-7"-2"-10"16,7 2-12-16,0 0-12 0,-8-1-19 0,8 1-1 15,0 0-6-15,0 0-7 0,-12 5-9 0,11-2-8 16,-3-2 0-16,-1 1-4 0,0 4-5 0,4-1 5 16,-7-1 0-16,3 1-5 0,-4 2-6 0,2 0 5 15,0 2-6-15,-2 1 5 0,0 2-6 0,-2 1-3 16,2 1-6-16,-1-2 7 0,1 2 1 0,0 3 4 16,-1-1-2-16,2 0 8 0,0 3 7 0,2 0 0 15,-2 6-6-15,3-6-3 0,-3-1-1 0,1 7 3 0,0-1-4 16,-3 1 2-16,5-6-2 0,-3 5 0 15,-1 5-6-15,0-5 0 0,-1 1-4 0,5 1-3 16,-4 1-7-16,4-4 8 0,-1 5-13 0,-1-2 0 16,3 0-4-16,-5-3 0 0,4 3-5 0,0-2 0 0,4-4-6 15,-2-3 3-15,-1 2-4 0,3-2 6 0,0 2-7 16,-2-7-1-16,3 3 0 0,0-3 0 16,2-1-2-16,-1 1 0 0,1 0-1 0,2-3-1 15,0 0 2-15,-3-1-1 0,3-3-4 0,-4 2 12 0,4-3-15 16,-4 1-17-16,1-3-25 0,2 1-28 0,-2 2-51 15,-1-5-60-15,1 5-49 0,-1-5-174 0,-5 4-438 16,5-4 194-16</inkml:trace>
  <inkml:trace contextRef="#ctx0" brushRef="#br0" timeOffset="46982.37">20405 17769 16 0,'-1'-5'144'0,"1"5"-6"0,0 0-7 16,0 0-13-16,11-2 5 0,-11 2-8 0,11 1-16 15,-11-1-6-15,10 3-6 0,-5 0-14 0,3-2 11 16,1 3-4-16,-6 0-9 0,3-2-10 0,0 2 0 15,1 3-7-15,0 0 0 0,-2-3 1 0,2 5-5 16,-2 0-4-16,1 1-7 0,-2 0-2 0,1-1-4 16,1 3 1-16,-1-3-7 0,6 6-1 0,-8-5-7 15,5 2 0-15,-3-3 5 0,0 3-10 0,3-3-1 16,-2-1 7-16,2-1-9 0,0 1 0 0,-1-1-1 16,2-1 0-16,-2 0-2 0,-2 0-15 0,0-2-45 15,3-2-49-15,-2 1-80 0,2-3-114 0,-3 0-319 16,1-4 141-16</inkml:trace>
  <inkml:trace contextRef="#ctx0" brushRef="#br0" timeOffset="47297.52">20948 17727 104 0,'0'0'174'0,"0"0"-10"0,3-4-5 15,-3 4-4-15,1-3-8 0,-1 3-8 0,0 0-10 16,0 0-16-16,3-4-10 0,-3 4-12 0,0 0-10 16,0 0-1-16,0 0 2 0,0 0 2 0,-12 8-3 0,7-4 6 15,-1 3 1-15,-3 0-6 0,0 0-7 0,-3 7-2 16,-4-3-4-16,-1 1-4 0,-3 2-9 15,-2 3-6-15,0 0-3 0,8-7-3 0,-2 4-4 16,-2 3-7-16,2-5-3 0,1 0-8 0,2 2-41 0,0-1-58 16,-1-2-74-16,7-1-69 0,-1-4-160 0,3 1-412 15,0-4 182-15</inkml:trace>
  <inkml:trace contextRef="#ctx0" brushRef="#br0" timeOffset="57597.43">11582 18802 59 0,'0'0'143'0,"0"0"-13"0,0 0-11 0,0 0-7 16,0 0-13-16,0 0-15 0,0 0-5 0,0 0-12 16,0 0-5-16,0 0-31 0,0 0-48 0,0 0-53 15,0 0-80-15,0 0-162 0,0 0 72 0</inkml:trace>
  <inkml:trace contextRef="#ctx0" brushRef="#br0" timeOffset="61114.57">15937 17360 104 0,'0'0'135'0,"1"-7"-16"0,-2 4-4 0,1 3-12 15,0-5-7-15,-2-1 14 0,1 3 2 0,1 3-12 0,1-8-5 16,-1 3-9-16,0 1-6 0,2 1-5 16,-2 3-5-16,1-4-6 0,-1 4-4 0,0-5-4 15,0 5-6-15,0 0-1 0,1-5-6 0,-1 5-6 16,0 0-6-16,0 0 0 0,0-3-4 0,0 3-4 15,0 0 2-15,0 0-1 0,0 0-7 0,0 0 2 0,0 0 0 16,0 0-4-16,-5-3-1 0,5 3 4 0,0 0-4 16,0 0 1-16,0 0 0 0,0 0-5 15,-6-2 3-15,6 2-1 0,-8-2 0 0,2 2-5 16,1-1 3-16,5 1-1 0,-8 0-3 0,8 0 4 0,-9-1 0 16,9 1-5-16,-10 0 0 0,10 0 2 0,-9 0-3 15,9 0 2-15,-7 0 1 0,7 0-3 16,0 0 0-16,-11-3 0 0,11 3 1 0,-9 0-3 15,9 0 4-15,-9 0 1 0,9 0-3 0,-9 0 4 0,9 0-3 16,-9 0-4-16,9 0-1 0,0 0 3 0,-9 0-2 16,9 0-2-16,-9 3 0 0,5-3 1 0,4 0-2 15,-3 4 5-15,1 1-3 0,1-2 5 0,-3 0-5 16,0 3 3-16,-1-1 0 0,1 1 0 0,-2 2 6 16,0-2 3-16,-1 3 6 0,1 1 2 0,-1 0 2 15,0-1-4-15,-2 6 0 0,0-1 0 0,-1-1-1 16,5-2-2-16,-1 6 4 0,3-2-2 0,-3 0-4 15,2 1 3-15,1 1-1 0,-1 0-3 0,1 0 2 16,1 3 2-16,1-3-2 0,1 2-1 0,1 0-1 16,0 1-1-16,-2-4 1 0,2 2 1 0,3 2 1 15,0-4 0-15,-1 3-1 0,0 0 2 0,1-1-1 16,0-2 2-16,0 1-3 0,-2-1 1 0,2 0 2 16,-1 1-5-16,-2 0 3 0,4-1-1 0,-3-3 0 15,0 1 0-15,0 2-4 0,0-3-5 0,-2-1-17 16,2 1 3-16,-1-3 1 0,2 1 2 0,-2-3-1 15,1 2 1-15,-1-3 0 0,-1-1 3 0,0 0 1 16,0 1-4-16,0-1 5 0,1 0-1 0,-1 0-3 16,0-1 6-16,2 1-1 0,-2-2-3 0,0 1 1 15,0-5 0-15,1 4 3 0,-1-4 2 0,-1 8-4 16,-1-6 1-16,0 2-1 0,-2-2 5 0,0-2-4 16,0 5 2-16,0-3-7 0,-2 1-25 0,1-1-23 15,1-1-20-15,-4 0-23 0,0 1-24 0,8-2-22 16,-13 0-29-16,6 0-25 0,-1-2-111 0,-3-1-332 15,2-3 147-15</inkml:trace>
  <inkml:trace contextRef="#ctx0" brushRef="#br0" timeOffset="61481.75">15477 17990 69 0,'0'-6'115'0,"0"6"8"0,2-5 4 16,-1 3 7-16,-1 2-6 0,2-5 0 0,-2 5-8 16,2-4-7-16,-2 4-4 0,0 0-9 0,0 0-8 15,3-3-9-15,-3 3-9 0,0 0-6 0,2-2-4 16,-2 2-6-16,0 0-7 0,0 0-4 0,7 7-3 16,-5-3-7-16,2 2 3 0,0 0 5 0,1 2-7 15,0 1-1-15,0 2-4 0,2 0-2 0,-1-1-7 16,-1 1 5-16,0 1-5 0,0-1-2 0,-5-11 0 15,13 22-5-15,-8-12 3 0,-5-10-8 0,13 18 1 16,-13-18 1-16,10 18-5 0,-10-18 4 0,9 15-5 16,-9-15 0-16,8 11 0 0,-8-11-2 0,0 0-2 15,0 0 3-15,8 14-4 0,-8-14 2 0,0 0-7 16,0 0 7-16,0 0-2 0,0 0 3 0,0 0-4 16,6 15 0-16,-6-15-23 0,0 0-32 15,0 0-29-15,0 0-41 0,0 0-42 0,0 0-160 0,0 0-352 16,0 0 156-16</inkml:trace>
  <inkml:trace contextRef="#ctx0" brushRef="#br0" timeOffset="61766.6">15926 17968 121 0,'0'0'166'0,"3"-3"-20"0,-3 3-8 16,0 0-14-16,0 0-9 0,0 0-6 0,0 0-9 16,-26 5 1-16,15-1-7 0,-2-1-5 0,2 2-11 15,-6 3-9-15,4-2-2 0,3 0-9 0,-3 0-2 16,-1 5-9-16,-4-2-2 0,0 4-9 15,0-2-46-15,3 0-62 0,-2 0-78 0,-8 1-105 0,1-3-275 16,2 0 121-16</inkml:trace>
  <inkml:trace contextRef="#ctx0" brushRef="#br1" timeOffset="197080.78">3920 12913 69 0,'-7'-1'64'15,"4"0"-2"-15,3 1-7 0,-8 0-4 0,8 0-6 16,0 0-5-16,-9-2 4 0,9 2 6 0,0 0-5 15,-6-1 4-15,6 1-6 0,-4-3 10 0,4 3-3 0,0 0-2 16,-7-2 2-16,7 2 2 0,0 0-3 16,-1-4-1-16,1 4 1 0,0 0-1 0,-6-3-3 0,6 3 3 15,0 0-13-15,-3-3 1 0,3 3 0 0,0 0-1 16,-4-2-10-16,4 2 10 0,-2-3-1 0,2 3 0 16,0 0-7-16,-7-2 2 0,7 2-12 0,0 0 7 15,-3-3 2-15,3 3-14 0,-3-2 8 0,3 2 0 16,0 0-1-16,0 0-5 0,-9-2 3 0,9 2 0 15,0 0-1-15,-5 0-2 0,5 0 6 0,0 0 2 16,0 0-1-16,-6-1 4 0,6 1 4 0,0 0-8 16,0 0 0-16,-7-2 4 0,7 2 0 0,0 0-3 0,0 0 0 15,0 0-1-15,-6 0 0 0,6 0-4 0,0 0-2 16,-10 2 0-16,10-2 0 0,-7 1-2 0,3 1 2 16,-1 1-2-16,-1 0-3 0,0 1 3 0,-1 1-5 15,-2 2 1-15,1-2-6 0,0 0 2 0,0 3 0 16,1-3 0-16,0 2 2 0,-2 2 0 0,0-2-3 15,4 3 1-15,-8 2 1 0,7-3-4 0,-2 1 8 16,0 0-5-16,3 4 1 0,-1-4 2 0,-1 4-2 16,2 2-7-16,1 0 8 0,2-2-2 0,-2 3 1 0,-1 0 6 15,1 2-2-15,4-2 7 0,-1 1 0 16,1 0 3-16,0 0 0 0,-3 2-17 0,3 6 1 16,3 0 3-16,-3-8 4 0,1 8-3 0,1-1-2 0,0 1 3 15,-2 0-4-15,1 0 4 0,-1-1-3 0,4 2 0 16,-4-1-2-16,0 1 2 0,0-1 1 0,1-5-1 15,3-3-3-15,-4 1 0 0,5 5 1 0,0-7 2 16,-2 1-1-16,1-2 1 0,3 1 0 0,1-7-1 16,0 6 1-16,0 0-3 0,3 0 2 0,-2-3-2 15,3-6 3-15,-2 3 0 0,0-3-6 0,6 1-25 16,-4-2-43-16,1 0-57 0,1-4-78 0,-1-2-144 16,3 0-375-16,-6-3 167 0</inkml:trace>
  <inkml:trace contextRef="#ctx0" brushRef="#br1" timeOffset="199147.56">15111 12689 125 0,'1'-5'133'0,"-1"5"-12"15,4-4-2-15,-4 4-7 0,0-4-3 0,0 4-9 16,0 0-11-16,2-4-4 0,-2 4-16 0,0 0-2 0,0 0-9 16,0 0-9-16,0 0-6 0,0 0 1 0,5-1 0 15,-5 1-6-15,0 0-2 0,0 0-4 0,0 0 4 16,0 0 6-16,0 0 2 0,6 9 2 0,-5-7-7 16,3 1-5-16,-4 2-3 0,3 0 3 0,0 0 19 15,1 2-4-15,1 1-2 0,2 3-5 0,-2-3 2 16,4 2-6-16,-4 0 2 0,0 1-6 0,0 3-1 15,4 1 2-15,-4-1-4 0,2 1-3 0,-1 4-1 16,1-2-1-16,0 0 7 0,2 7 1 0,-1 1-1 16,1 1 0-16,1 3 0 0,1 3 1 0,3 0-3 15,1 2-3-15,4 11-3 0,-6-12-2 0,3-2 13 0,-7-1-2 16,4-1 1-16,-2 2-9 0,-2-2 5 0,-1-1-4 16,-3 3 0-16,0-1-4 0,0 0-4 0,-1-3-5 15,0 0 4-15,-3-7-1 0,-2 6-1 0,1-7-2 16,-4-1-2-16,0 0 0 0,4 2-2 0,-6-2-1 15,2 4 0-15,-1-4-2 0,0-1 2 0,-2 0-2 16,2 0 0-16,0-5-1 0,0 0 1 0,0 2-1 16,-3 0-7-16,4-3 6 0,1 1-2 0,0-2 2 0,0 1 1 15,2-4-4-15,-2 1-2 0,1 1 3 0,2-1-3 16,2 0-1-16,-2-2 4 0,0 1-3 0,3 1 4 16,-2-1 0-16,-1 0 3 0,3 1-4 0,-2 0-1 15,-1-4-1-15,0 1 2 0,4 1-1 0,-4 0-1 16,0-2 2-16,1 1-1 0,-1-2 1 0,0 2 2 15,0-5-1-15,3 5 0 0,-3-3-6 0,0-2 5 16,0 7 2-16,0-7 2 0,0 0-1 0,0 4-2 0,0-1 1 16,0-3-4-16,0 6 5 0,0-6 0 15,-4 4-1-15,4-4 1 0,0 5-3 0,0-5-1 16,-4 3 2-16,4-1 2 0,0-2-2 0,-4 4 2 0,4-4-1 16,0 0-3-16,-1 4 2 0,1-4 0 0,-3 1-1 15,3-1 0-15,0 0-1 0,0 0 1 0,0 0 1 16,0 0 1-16,-2 5-1 0,2-5 1 0,0 0 0 15,0 0 0-15,0 0 0 0,0 0-2 0,0 0 3 16,0 0-1-16,0 0 1 0,0 0-1 0,0 0 3 16,0 0 1-16,0 0-1 0,0 0-6 0,0 0 2 15,0 0-2-15,0 0 8 0,0 0-5 0,0 0 4 16,0 0-3-16,0 0 2 0,0 0-3 0,0 0 1 16,0 0 0-16,0 0-3 0,0 0 2 0,0 0 1 15,0 0-1-15,0 0 0 0,0 0-1 0,0 0-1 0,0 0 3 16,0 0-1-16,0 0 0 0,0 0-3 0,0 0 2 15,0 0-9-15,0 0-48 0,-9 0-83 0,9 0-134 16,-13-5-224-16,1-1-535 0,-1-3 236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13T14:03:14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25533 2017 20 0,'1'-9'82'0,"1"2"-117"0,-2 7 11 0</inkml:trace>
  <inkml:trace contextRef="#ctx0" brushRef="#br0" timeOffset="1814.41">26916 3239 120 0,'0'0'173'0,"0"0"-36"0,0 0-23 15,0 0-22-15,0 0-16 0,-8-2-14 0,8 2-8 16,0 0 7-16,0 0-8 0,0 0-2 0,0 0-8 16,0 0 5-16,0 0-12 0,1-7-5 0,-1 7-10 15,0 0 1-15,10-4-8 0,-10 4 7 0,15-4-6 16,-3 2 3-16,1-1-4 0,4 3 2 0,1-3 2 16,2 1-1-16,6 0 3 0,-1-1-1 0,2 1-4 15,3 0 9-15,0-1-5 0,0 3 5 0,0-2-3 16,3 1-2-16,-2-2 0 0,0 2-4 15,-1 0-8-15,-3 0 5 0,0-2-7 0,-3 3 9 0,-1 0-10 16,0 0 4-16,-5 0-6 0,1 0 2 0,-3 0-4 16,-2 0 4-16,-1-1-4 0,-1 1 4 0,-12 0-10 15,20 0 10-15,-20 0-6 0,16 0 5 0,-16 0-6 16,14 0 4-16,-14 0-9 0,0 0 9 16,17 0-11-16,-17 0 1 0,0 0-1 0,11 1 2 0,-11-1-5 15,0 0 7-15,0 0-8 0,12 0 4 0,-12 0 1 16,0 0 0-16,0 0-10 0,0 0-6 0,0 0-1 15,0 0-9-15,0 0-10 0,0 0-4 0,0 0-3 16,-8-5 2-16,8 5 5 0,-6-5-3 16,6 5 11-16,-5-5 6 0,5 5 5 0,-7-8 4 0,7 8 9 15,-6-9 1-15,6 9 4 0,-8-9 5 0,8 9-6 16,-5-10 10-16,3 3 4 0,0 2 0 0,0-2 14 16,-1 2 1-16,2-2 1 0,1 7 2 0,-1-12-1 15,1 12-1-15,-2-10 1 0,2 10-2 0,0-10 2 16,0 10 5-16,-2-10-7 0,2 10 3 0,0-9 3 15,0 9 2-15,0-6-6 0,0 6 0 0,0 0-3 16,1-9 0-16,-1 9-4 0,0 0-2 0,3-7-2 16,-3 7 3-16,6-3-4 0,-6 3 0 0,10-3-4 15,-10 3 7-15,14-1 1 0,-14 1 4 0,18 1-11 16,-6 0 11-16,-1 1-3 0,2-1 1 0,-3 1-10 16,3 0 9-16,0 1-11 0,-3-1 2 0,0 2-4 15,0 0 2-15,-1-2-5 0,-2 3 2 0,2-2 1 16,-3 1 3-16,-6-4-6 0,9 8 6 0,-5-3-5 15,-4-5 10-15,4 9-3 0,-4-9 0 0,0 9 1 16,0-9 7-16,-3 8-11 0,3-8 10 0,-9 12-17 16,5-7 14-16,-3 2-7 0,-2-1 4 0,-2 2-5 15,1 0 5-15,-1 1-8 0,-1 3 9 0,-3 0-5 16,1 2 7-16,-3 0-18 0,3 3 11 0,-4 2-17 16,2 0-12-16,-2 0-17 0,1 3-20 0,-1-1-33 15,-1 1-70-15,-3 3-240 0,-3 1 138 0</inkml:trace>
  <inkml:trace contextRef="#ctx0" brushRef="#br0" timeOffset="5548.99">3653 13036 131 0,'0'0'200'0,"0"0"-57"16,0 0-32-16,0-7-19 0,0 7-17 0,0 0-19 15,0 0-12-15,0 0-6 0,0-6-9 0,0 6-4 16,0 0-5-16,0 0 3 0,0 0-5 0,1-7-6 15,-1 7 2-15,0 0 3 0,0 0 4 0,5-7-4 16,-5 7 3-16,3-5 11 0,-3 5-4 0,0 0 3 16,4-7-8-16,-4 7-5 0,2-5-2 0,-2 5-2 15,4-7-6-15,-4 7 0 0,4-5 2 0,-4 5-8 0,2-5 4 16,-2 5-2-16,4-7-4 0,-4 7 1 16,4-5 1-16,-4 5 1 0,5-5-4 0,-5 5 3 15,4-4 1-15,-4 4 1 0,4-7-3 0,-4 7-1 0,0 0 4 16,5-6-6-16,-5 6 3 0,4-7 0 0,-4 7-3 15,4-4 4-15,-4 4-3 0,4-5 2 0,-4 5-1 16,6-3 1-16,-6 3 0 0,0 0 0 0,4-5-3 16,-4 5 4-16,0 0 5 0,0 0-6 0,5-5 0 15,-5 5-1-15,0 0 0 0,0 0 2 0,0 0-3 16,0 0 5-16,4-4-4 0,-4 4-2 0,0 0 1 16,0 0-1-16,0 0 3 0,0 0-1 0,0 0 1 15,0 0-1-15,0 0-3 0,0 0-1 0,0 0 1 16,0 0-3-16,0 0 2 0,0 0 8 0,0 0 1 15,-3 9 6-15,3-9 0 0,-4 12 2 0,2-4 1 16,-2 2 0-16,-1 3 1 0,0 2 9 0,0 0 1 16,-3 4-1-16,0 1 7 0,1 2 1 0,-2 3 0 15,1 3 8-15,0 0-6 0,-1 1 1 0,3-1-2 16,-1 0 6-16,1 1-11 0,1-3 9 0,3 0-12 16,-1 2 6-16,3-4-7 0,-1 1-5 0,2 1 2 0,-1 0-6 15,3-1 0-15,-1 0 0 0,3-1-4 16,0 0 1-16,-1 1-2 0,1-2 1 0,2 1-7 15,-2-2 2-15,1 0 0 0,-1 2-4 0,2-2 4 0,-1-1-5 16,-1 1-8-16,0-2 11 0,-1-3-10 0,1 0 12 16,-1-2-14-16,0 1 12 0,0-2-13 0,0-1 17 15,-2-1-12-15,3-2 14 0,-2 1-12 0,-1-1-5 16,1 1 12-16,1-3 6 0,-2 0-22 0,2-1-36 16,0 1-60-16,1 0-81 0,-3-2-310 0,1-1 8 15</inkml:trace>
  <inkml:trace contextRef="#ctx0" brushRef="#br0" timeOffset="7632">24853 12651 113 0,'-14'0'228'0,"14"0"-62"0,0 0-29 16,0 0-34-16,0 0-15 0,0 0-8 0,0 0-1 15,0 0-13-15,-10 0-6 0,10 0-4 0,0 0-6 16,0 0-12-16,0 0-3 0,0 0-5 0,0 0-2 16,0 0 1-16,0 0 6 0,0 0 10 0,0 0 7 15,0 0 6-15,0 0 6 0,0 0 0 16,0 0 2-16,0 0-6 0,-9-3-20 0,9 3 18 0,0 0-13 15,0 0 3-15,0 0-21 0,0 0 21 0,0 0-31 16,0 0 12-16,0 0-16 0,0 0 18 0,0 0-22 16,5 6 22-16,-5-6-26 0,9 5 24 0,-2-1-26 15,1 1 17-15,0 0-20 0,1 2 19 0,4 1-21 16,-2 1 25-16,0-1-23 0,1 2 11 0,1 1-22 16,-3-1 25-16,3 2-24 0,-1-1 21 0,0 2-18 15,-3-1 20-15,0 1-19 0,1 0 17 0,-2 2-22 16,0-2 3-16,-2 1 3 0,1 1 1 0,-4 2 19 15,1-1-19-15,-1 1 9 0,-2 0-8 0,-1 0 15 16,-1 3-21-16,-2-3 19 0,-3 4-20 0,-2 1 22 16,1-2-13-16,-4 4 10 0,-3 0-13 0,1-2 18 15,-2 1-21-15,1-2 18 0,-2 0-21 0,0-2 23 16,1 3-20-16,-1-2 23 0,3-3-21 0,0-1 21 16,1 1-19-16,-2-2 22 0,4 2-20 0,0-5 18 15,1 1-11-15,1-1 13 0,0-1-13 0,1-1 15 16,0-2-18-16,2 1 14 0,1-3-7 0,1 2 19 15,-1-4-8-15,1 2 14 0,3-6-6 0,-7 9 1 0,7-9-12 16,-3 6 5-16,3-6-9 0,-4 4-13 16,4-4-77-16,0 0-106 0,0 0-230 0,-2 5-230 15,2-5-153-15</inkml:trace>
  <inkml:trace contextRef="#ctx0" brushRef="#br0" timeOffset="11397.64">12659 14986 180 0,'-5'-2'248'0,"5"2"-51"0,-5-5-37 0,5 5-16 16,-8-3-17-16,8 3-15 0,-5-5-13 0,5 5-18 16,-5-4-8-16,5 4 0 0,-5-4 1 0,5 4-4 15,0 0-5-15,-8-4 0 0,8 4-2 0,0 0 2 16,-6-5-10-16,6 5-5 0,0 0-2 0,-5-4-12 15,5 4 1-15,0 0-10 0,0 0-6 0,-7-5-1 16,7 5-7-16,0 0 2 0,0 0-12 0,0 0 5 16,-6-3 2-16,6 3-4 0,0 0-1 0,0 0-1 15,0 0 0-15,0 0-4 0,0 0 11 0,0 0 5 16,-7-5 6-16,7 5 5 0,0 0 2 0,0 0 10 16,0 0-1-16,0 0-11 0,0 0 17 0,0 0-13 15,0 0 6-15,0 0-10 0,0 0 5 0,0 0-6 0,0 0-1 16,0 0-10-16,0 0 7 0,0 0-17 15,0 0 6-15,0 0-3 0,0 0-6 0,0 0 2 16,0 0 3-16,0 0-9 0,0 0 9 0,0 0-5 16,0 0 9-16,0 0-7 0,0 0 3 0,13 3-1 0,-13-3 1 15,12 1 0-15,-12-1 2 0,15 1-7 0,-15-1 1 16,22 1 1-16,-11-1 6 0,2 0-6 16,4 2 0-16,2-4-1 0,-1 2-1 0,3 0 2 0,2-1 1 15,4 1-3-15,3-1 1 0,0 0-3 0,0-1 0 16,0 1 3-16,2 0-6 0,4-2 5 0,-1 0-2 15,-1 3 0-15,-2-1 0 0,-1 0 0 0,1-2 4 16,-3 2-3-16,3-2-1 0,-1 2 0 0,-1-1-4 16,1 0 7-16,1 1-3 0,-3-1 6 0,2 1-7 15,-2 0 5-15,1-1-8 0,-1 1 8 0,-2 0-4 16,1-2 0-16,-1 3-2 0,-5-2 3 0,-2 1 0 16,1 0-1-16,-5 0 6 0,1 0-3 0,-2 1-5 15,-3-1 6-15,-1 0-7 0,1-1 0 0,-12 2 4 16,16 0-2-16,-16 0 3 0,14-2-6 0,-14 2-3 0,13 0 1 15,-13 0-2-15,0 0-14 0,0 0-7 16,13 0-27-16,-13 0-1 0,0 0-18 0,0 0-25 16,-5 7-23-16,5-7-21 0,0 0-24 0,-10 5-30 15,10-5-38-15,-8 3-57 0,8-3-138 0,-10 1 100 0</inkml:trace>
  <inkml:trace contextRef="#ctx0" brushRef="#br0" timeOffset="12000.21">12727 15112 41 0,'0'0'347'0,"-12"0"-92"0,12 0-48 16,-14 1-24-16,14-1-17 0,-9 2-16 0,9-2-13 15,0 0-38-15,-13 1 13 0,13-1-44 0,0 0 19 16,0 0-34-16,-11 1 5 0,11-1-33 0,0 0 24 0,0 0-33 16,0 0 24-16,0 0-31 0,0 0 30 15,0 0-35-15,0 0 26 0,0 0-27 0,0 0 25 0,0 0-24 16,0 0 24-16,0 0-28 0,10 3 25 15,-10-3-26-15,0 0 30 0,10 0-29 0,-10 0 22 0,0 0-22 16,17 1 22-16,-17-1-21 0,14 0 23 0,-14 0-20 16,23-1 22-16,-10 0-29 0,2 1 23 15,4-3-20-15,3 2 22 0,5-2-19 0,2 0 19 0,7 2-22 16,1-3 18-16,4 0-15 0,4 1 16 0,3 1-20 16,0-2 15-16,0 1-18 0,-2 1 19 0,-4-1-17 15,-1 0 17-15,0 2-19 0,1 0 15 0,-6-2-17 16,1 2 16-16,-5 0-19 0,-1 1 18 0,-2-2-17 15,-1 1 17-15,-2 0-16 0,-3 1 17 16,-4 0-15-16,3-3 10 0,-2 3-13 0,-2-1 15 0,1 1-13 16,0-2 19-16,-1 1-15 0,0 1 20 0,-2-1-11 15,-1-1 16-15,0 1-9 0,-1 0 15 0,-1 1-5 16,2-3 6-16,-2 3 2 0,0 0-4 0,-3-2-7 16,-10 2-1-16,19-2-3 0,-19 2-1 0,16-1-3 15,-16 1-6-15,12-1 1 0,-12 1 1 0,13-1-3 16,-13 1-2-16,0 0 2 0,13-1-10 0,-13 1 14 15,0 0-10-15,0 0 2 0,0 0-2 0,0 0-2 16,0 0-19-16,0 0-33 0,0 0-43 0,0 0-66 0,0 0-99 16,0 0-467-16,0 0-232 0</inkml:trace>
  <inkml:trace contextRef="#ctx0" brushRef="#br0" timeOffset="16181.72">7619 15959 113 0,'0'0'210'16,"0"0"-62"-16,0 0-30 0,0 0-27 0,4-5-17 15,-4 5-16-15,0 0-6 0,0 0-5 0,0 0-6 16,0 0-9-16,0 0 0 0,9 1-2 0,-9-1 0 0,0 0-3 15,10 4-4-15,-10-4-2 0,9 1 0 0,-9-1 0 16,13 2-3-16,-13-2 0 0,14 1-3 0,-14-1-3 16,18 3 0-16,-18-3 1 0,19 3-2 0,-6-3 0 15,-2 0-1-15,2 0 0 0,1 0-3 0,2 0 2 16,0 0 1-16,2 0-6 0,1-3 3 0,3 2 0 16,-1-1-4-16,4 1 0 0,0-1 0 15,1 1-1-15,1-1-2 0,-2 1 6 0,2 0-4 0,-2 0 5 16,1-1-12-16,0 0 9 0,1 1-2 0,0 0 1 15,-1-2-3-15,1 1 5 0,0 1-4 0,0-1 3 16,1 0-5-16,2 1 3 0,0-2-5 0,6-1 6 16,-3 0-3-16,4 3 3 0,0-4-7 0,-1 3 6 15,1-2-5-15,4 1 5 0,-3 0-2 0,2 0 1 16,-1 1-3-16,1-2 4 0,-1 1-3 0,0 1 3 16,-2 1-3-16,0-1 3 0,-1-1 0 0,-4 2 4 15,0 0-6-15,-1-1 3 0,-2 1-2 0,2 0 1 16,-2 0-2-16,2-1 4 0,-2 0-8 0,2 1 4 15,-2 0 1-15,2-2 3 0,-2 1-8 0,3 1 6 0,-1-2-5 16,5-1 6-16,0 3-3 0,2-2 1 0,0-1-3 16,-1 0 2-16,4 2-1 0,-1-1 2 15,-1 2-3-15,1-2 8 0,-1 2-8 0,0-1 7 0,-1 1-5 16,-1 0 4-16,-5 1-5 0,0 0 5 0,-3 0-5 16,2 0 4-16,-3 0-4 0,-1 0 0 0,-4 0-2 15,0 0 6-15,1 1-6 0,-3-1 6 0,1 0-5 16,-2 0 4-16,-1 0-4 0,-1 0 4 0,-2 0-4 15,0 0 3-15,-1 0-1 0,-1 0 2 0,2-1-2 16,-5 1 2-16,3 0-5 0,-2-3 5 0,-2 1 0 16,1 2 5-16,-11 0-10 0,17-3 21 0,-17 3 9 15,17-2 7-15,-17 2-9 0,10-3 0 0,-10 3-14 16,10-3 3-16,-10 3-6 0,0 0-10 0,0 0-28 16,5-4-43-16,-5 4-63 0,0 0-296 0,-13-3 99 15</inkml:trace>
  <inkml:trace contextRef="#ctx0" brushRef="#br0" timeOffset="17731.21">10470 17475 83 0,'0'0'332'16,"0"0"-73"-16,0 0-41 0,-4-6-28 0,4 6-38 16,0 0-32-16,0 0-20 0,-5-6-15 0,5 6-17 15,0 0-14-15,0 0-8 0,-5-5-5 0,5 5-12 16,0 0-2-16,0 0-3 0,0 0-7 0,-5-6 14 15,5 6 9-15,0 0-4 0,0 0 5 0,0 0-1 0,0 0-4 16,-4-3 1-16,4 3 3 0,0 0-5 0,0 0 8 16,-4-5-5-16,4 5-2 0,0 0-1 15,-5-4-22-15,5 4 6 0,0 0 1 0,-6-3-4 16,6 3-4-16,0 0 4 0,-10-5-7 0,10 5-2 0,0 0 2 16,-11-3 1-16,11 3-6 0,0 0 0 0,-11-4 1 15,11 4-4-15,0 0-4 0,0 0 6 0,-14-1 3 16,14 1 0-16,0 0-1 0,0 0-3 0,-13-1 1 15,13 1-1-15,0 0 1 0,0 0-5 0,-14 1 5 16,14-1-5-16,0 0-2 0,-10 4 3 0,10-4-1 16,0 0 2-16,-12 4-4 0,12-4 4 0,-9 2 28 15,9-2-27-15,-9 3 21 0,9-3-33 0,-7 5 27 16,7-5-19-16,-12 4 17 0,12-4-27 0,-9 5 26 16,9-5-32-16,-9 5 35 0,9-5-31 0,-11 7 29 15,11-7-19-15,-11 4 22 0,11-4-30 0,-9 8 25 16,9-8-28-16,-8 6 28 0,8-6-26 0,-8 8 26 15,8-8-24-15,-6 8 24 0,6-8-27 0,-6 8 29 16,6-8-28-16,-5 10 28 0,5-10-32 0,-6 9 35 16,6-9-35-16,-3 12 34 0,3-12-32 0,-1 10 24 15,1-10-17-15,-2 12 23 0,2-12-30 0,-2 15 31 0,1-8-33 16,1 0 33-16,0 1-31 0,0 1 5 16,0-1 10-16,1-1-3 0,-1 3 0 0,2-1 0 0,-2 1 0 15,0-1-5-15,1-1 6 0,0 1-2 0,-1 1 1 16,0-3 5-16,1 4-5 0,1-2-4 15,-1-1 9-15,-1 1-1 0,4 0 1 0,-3-2-1 16,0 3-2-16,0-2 6 0,1 0-6 0,-1 0 4 0,2 0-4 16,-2 1 4-16,0-4 3 0,1 4-5 0,0-3 5 15,-1 2-8-15,1-2 0 0,-1 0-3 0,2 0 7 16,-3-6-2-16,2 12 9 0,-2-12-3 0,3 11-1 16,-3-11-2-16,3 9-1 0,-3-9 3 0,3 7-2 15,-3-7-2-15,1 7 6 0,-1-7-2 0,0 0-12 16,3 5-21-16,-3-5-22 0,0 0-32 0,0 0-40 15,0 0 3-15,0 0-45 0,0 0 3 0,0 0-52 16,-2-6 7-16,2 6-220 0,0 0 105 0</inkml:trace>
  <inkml:trace contextRef="#ctx0" brushRef="#br0" timeOffset="18655.86">10171 17762 102 0,'0'0'262'0,"-4"-6"-65"0,4 6-27 0,0 0-33 16,-2-7-12-16,2 7-32 0,0 0-17 15,0 0-13-15,-4-5-15 0,4 5-12 0,0 0-10 0,0 0-3 16,0 0-7-16,0 0-4 0,-3-7 1 0,3 7-6 15,0 0 0-15,0 0 0 0,0 0 3 0,0 0 1 16,0 0-7-16,0 0 5 0,0 0 2 0,0 0 1 16,0 0 12-16,0 0 13 0,0 0 16 0,0 0-4 15,0 0 0-15,0 0 4 0,1 7-2 0,-1-7 0 16,3 10 1-16,-3-10-3 0,5 10-12 0,-5-10 5 16,4 12-1-16,-1-5-5 0,1 2-5 0,-2-1-7 15,4 1-4-15,-2-1-15 0,1 2 18 0,0-2-9 16,1 1-4-16,-1 0 4 0,1 0 1 0,-1-1-6 15,0 1-17-15,-1-1 15 0,3 0-12 0,-4 1 13 16,4-4-10-16,-4 2 11 0,0-2-19 0,2 2 20 16,-2-4-3-16,-3-3-3 0,5 10-12 0,-5-10 21 15,4 7-8-15,-4-7 14 0,5 7-8 0,-5-7 12 16,0 0 0-16,4 7-1 0,-4-7 2 0,0 0 3 16,2 6 2-16,-2-6-2 0,0 0-10 0,4 5 5 0,-4-5 2 15,0 0-1-15,0 0 3 0,0 0-3 16,5 4-4-16,-5-4-7 0,0 0-5 0,0 0 0 15,0 0 1-15,7-4-5 0,-7 4 2 0,0 0-2 0,3-8 0 16,-3 8 4-16,7-5-1 0,-7 5 3 16,5-9-5-16,-3 5-2 0,-2 4-5 0,7-10 6 0,-3 4-6 15,-2 1 6-15,2 0 5 0,1-1-8 0,0 2-3 16,-1-3-1-16,1 2 9 0,-1 0-17 0,0 1 18 16,0-1-5-16,1-1 2 0,-1 2 1 0,-4 4-4 15,5-7-2-15,-5 7-1 0,6-7 6 0,-6 7-6 16,4-5 4-16,-4 5-4 0,5-7-1 0,-5 7 6 15,0 0-7-15,3-5 5 0,-3 5 0 0,0 0 7 16,5-5-4-16,-5 5 0 0,0 0-2 0,0 0-7 16,4-4 0-16,-4 4 5 0,0 0 2 0,0 0-5 15,0 0 1-15,0 0-4 0,3-5 6 0,-3 5 3 16,0 0-3-16,0 0 0 0,0 0 1 0,0 0 0 16,0 0-4-16,0 0 10 0,0 0 1 0,0 0-5 15,6-6-4-15,-6 6 6 0,0 0-2 0,0 0-13 16,0 0 8-16,0 0 3 0,0 0 0 0,0 0 3 15,0 0-1-15,0 0 3 0,0 0-8 0,0 0 6 16,0 0-5-16,0 0-2 0,0 0 7 0,0 0 0 16,0 0-1-16,0 0 7 0,0 0-8 0,0 0 0 15,0 0-1-15,0 0-6 0,0 0 4 0,0 0 1 16,0 0 1-16,0 0-2 0,0 0 0 0,0 0 2 16,0 0 7-16,0 0-6 0,0 0 5 0,0 0-1 0,0 0-5 15,0 0 5-15,0 0-6 0,0 0 0 0,0 0 0 16,0 0-2-16,0 0 8 0,-11 3-3 15,11-3-2-15,-10 3 6 0,10-3-3 0,-14 4-3 16,14-4-2-16,-19 3 3 0,10-3-6 0,-1 3 8 0,-3-2-5 16,3-1 0-16,-3 3 6 0,1-3-5 0,12 0 1 15,-22 0-3-15,11-3-1 0,0 3-34 0,-2-1-53 16,4-2-86-16,0 2-141 0,9 1-353 16,-18-2-179-16</inkml:trace>
  <inkml:trace contextRef="#ctx0" brushRef="#br0" timeOffset="21098.67">16482 17305 246 0,'0'0'230'0,"4"-6"-42"0,-4 6-30 0,0 0-10 16,1-7-15-16,-1 7-11 0,0 0-18 0,2-7-15 15,-2 7 0-15,0 0-5 0,0 0-13 0,0-10-2 16,0 10-7-16,0 0 2 0,-2-5 3 0,2 5-10 0,0 0-1 16,-1-7-9-16,1 7 10 0,0 0-4 0,-1-7 3 15,1 7-11-15,0 0-3 0,-3-6-11 0,3 6-12 16,0 0 8-16,-1-6-5 0,1 6-3 0,0 0-6 16,0 0 1-16,-4-7-7 0,4 7 6 0,0 0-1 15,0 0-7-15,0 0-1 0,-5-3-2 0,5 3-1 16,0 0-6-16,0 0 6 0,-14 3-6 0,14-3 9 15,-8 4-4-15,8-4 2 0,-9 8 1 0,0-3 3 16,3 2 11-16,0-2 9 0,-2 2-25 0,-1 2 38 16,1-1-33-16,1 3 34 0,-2-1-30 0,-1 1 33 15,1 0-36-15,1 1 37 0,-1 0-36 0,1 1 41 16,2 1-46-16,-2 0 48 0,1 0-49 0,2 1 34 16,-2-1-30-16,2 2 33 0,0-2-34 0,0 1 23 15,0 1-40-15,1-1 41 0,-1 0-40 0,2 2 34 16,-1-1-38-16,2-2 38 0,-1 1-42 0,2-2 41 15,-2-1-36-15,3 2 33 0,0-2-28 0,-3 0 0 16,3 1-4-16,0-1-5 0,0 0 10 0,0 0 10 0,0 0-13 16,0-3 8-16,0 1 8 0,1 0 1 15,1-1-15-15,-2-1 2 0,0-1 4 0,0 1 12 0,1-1-5 16,-1-7-11-16,2 11 11 0,-2-11-4 16,1 9-1-16,-1-9-4 0,0 9-13 0,0-9-9 0,0 7-4 15,0-7-6-15,0 0-16 0,-1 7-14 0,1-7-11 16,0 0-22-16,0 0-13 0,-3 5-16 0,3-5-34 15,0 0-29-15,0 0-48 0,-12 1 5 0,12-1-231 16,-8-4 52-16</inkml:trace>
  <inkml:trace contextRef="#ctx0" brushRef="#br0" timeOffset="21636.85">16086 17653 113 0,'0'0'339'0,"0"0"-81"0,1-6-51 16,-1 6-11-16,0 0-32 0,0 0-10 0,3-6-35 16,-3 6 8-16,0 0-36 0,0 0 9 0,0 0-41 15,0 0 23-15,10 2-30 0,-10-2 25 0,5 5-46 16,-5-5 39-16,7 8-37 0,-5-2 22 0,2-1-34 16,1 2-4-16,-2 0 5 0,1 2-10 0,1-1 3 15,-3 0-3-15,3 1-4 0,-2 0-2 0,-1 2 1 0,1-2 3 16,1-1-6-16,-3 2 4 0,3-1-3 0,-1 1-9 15,-1 0 4-15,2-3 0 0,-3 3-9 16,2-3 7-16,-1 1 2 0,0-1 0 0,0-1 6 16,-1 2 1-16,3-4-1 0,-2 2-6 0,-2-6 4 0,5 10-1 15,-5-10-2-15,6 9 1 0,-6-9 4 0,5 7 5 16,-5-7-7-16,5 7 3 0,-5-7 8 16,5 5-4-16,-5-5 4 0,7 4-2 0,-7-4 0 0,0 0-5 15,10 1 1-15,-10-1 1 0,0 0-2 0,10-2-2 16,-10 2-2-16,9-4 1 0,-9 4-5 0,10-5 3 15,-10 5-3-15,9-8 3 0,-5 4-1 0,3-1 4 16,-1 0 2-16,0-1-7 0,1 1 6 0,-1-1-15 16,2 0 22-16,-1 1-12 0,1 0 1 0,0-2 1 15,-1 3 2-15,2-1 3 0,0 1-3 0,-2-1 1 16,0 1-3-16,2 0-1 0,-2 1 3 0,-7 3-5 16,11-5-5-16,-11 5 4 0,10-6 4 0,-10 6 0 15,8-4-2-15,-8 4-1 0,0 0-1 0,9-5-4 16,-9 5 2-16,0 0 12 0,8-4-6 0,-8 4 1 15,0 0-5-15,0 0-4 0,7-4-2 0,-7 4 3 16,0 0 1-16,0 0 4 0,0 0-3 0,0 0 0 16,0 0-20-16,0 0-45 0,0 0-53 0,-9 4-70 15,9-4-108-15,0 0-344 0,-10 3-150 0</inkml:trace>
  <inkml:trace contextRef="#ctx0" brushRef="#br0" timeOffset="33683.94">18989 17677 126 0,'0'0'233'0,"0"0"-47"0,0 0-26 0,0 0-24 16,0 0-16-16,0 0-21 0,-9-3-8 0,9 3-16 15,0 0-9-15,0 0-2 0,0 0-6 0,0 0-3 0,0 0-1 16,0 0-11-16,0 0 5 0,0 0 1 15,0 0 1-15,-5-5-4 0,5 5 2 0,0 0 6 16,0 0 2-16,0 0-2 0,0 0 3 0,0 0 4 0,0 0-14 16,0 0-9-16,0 0 7 0,0 0-10 0,0 0-13 15,0 0-9-15,4-6 24 0,-4 6-29 0,10-3 16 16,-10 3-24-16,12-5 25 0,-3 2-25 16,2-1 21-16,-2 1-31 0,4 1 25 0,0-2-26 0,1-1 35 15,-1 2-37-15,-2 1 32 0,2-2-28 0,0 0 25 16,-2 0-33-16,1 3 32 0,-2-3-34 15,-1 0 37-15,1 2-26 0,-2-2 29 0,-8 4-34 0,13-5 32 16,-13 5-33-16,12-5 29 0,-12 5-28 0,8-5 27 16,-8 5-33-16,5-3 24 0,-5 3-31 0,0 0 14 15,7-4-29-15,-7 4 18 0,0 0-23 0,0 0 4 16,0 0-17-16,0 0 20 0,-11-1-5 0,11 1 25 16,0 0-8-16,-9 3 15 0,9-3-7 0,0 0 12 15,-10 2-10-15,10-2 15 0,0 0-8 0,-6 3 12 16,6-3-18-16,0 0 20 0,-8 3-9 0,8-3 18 15,0 0-23-15,-8 4 16 0,8-4-10 0,0 0 15 16,-10 2-21-16,10-2 14 0,0 0-8 0,-9 3 11 16,9-3-20-16,0 0 12 0,-9 3 17 0,9-3-14 15,0 0 11-15,-10 2-19 0,10-2 16 0,0 0-22 0,0 0 28 16,-8 3-9-16,8-3 14 0,0 0-20 16,0 0 6-16,-3 6 1 0,3-6-4 0,0 0 0 15,1 8 12-15,-1-8 1 0,1 9 1 0,-1-9-3 0,5 8-4 16,-5-8-6-16,4 10 8 0,-1-5-3 0,0 2-6 15,1-2-2-15,-1 3 6 0,-1-2-10 0,0 1-3 16,0 1 8-16,1-1-6 0,-2-2 10 0,2 4-8 16,-1-1 2-16,-1-2 0 0,1 2-1 0,-1-1 0 15,0 1-8-15,2-1 12 0,-3 0-1 0,0 2-1 16,0-3-3-16,0 3 3 0,0-2-18 0,0-1 19 16,0-6-4-16,0 12 5 0,-3-5 0 0,3-7 4 15,-1 10-7-15,1-10-3 0,-1 9 11 0,1-9 0 16,0 8 7-16,0-8-2 0,-3 7-4 0,3-7-3 15,-1 5-6-15,1-5 8 0,0 0-1 0,-8 7-4 16,8-7 5-16,0 0-2 0,-6 2 0 0,6-2-7 16,0 0 0-16,-13 4-3 0,13-4 6 0,-9 3-3 15,9-3-2-15,-9 1-3 0,9-1 5 0,0 0 0 16,-11 2 1-16,11-2 4 0,0 0-4 0,-11 3 0 0,11-3-14 16,0 0-29-16,0 0-31 0,0 0-84 15,-10 2-49-15,10-2-121 0,0 0-141 0,0 0 52 16</inkml:trace>
  <inkml:trace contextRef="#ctx0" brushRef="#br0" timeOffset="34281.14">19329 17655 334 0,'0'0'270'0,"0"0"-38"16,-4-7-31-16,4 7-31 0,0 0-33 0,0 0-33 16,0-7-4-16,0 7-36 0,0 0-5 0,3-7-20 15,-3 7 5-15,5-3-21 0,-5 3 5 0,5-5-11 0,-5 5 5 16,9-3-18-16,-9 3 20 0,12-4-14 15,-12 4 15-15,10-3-16 0,-10 3 7 0,10-2-13 16,-10 2 10-16,0 0-14 0,15 0 15 0,-15 0-14 16,9 2 12-16,-9-2-8 0,8 3 20 0,-8-3-32 0,10 7 8 15,-10-7 0-15,4 8 1 0,-4-8-6 16,5 13 8-16,-3-8-3 0,-2-5-6 0,1 13 6 16,-1-6 2-16,0-7-2 0,0 13 3 0,-1-7 4 0,-1 2-4 15,0-1-4-15,-1 0 5 0,0 0-4 0,1 2 7 16,-2-1-12-16,-1 0 0 0,3 1 4 15,-2-2 4-15,1 1-1 0,1-1 6 0,-1-2 0 16,0 4 0-16,2-2 3 0,0-2 0 0,1-5 6 0,-3 13-16 16,3-13 15-16,0 12-1 0,0-12 0 0,0 9-1 15,0-9 5-15,3 8-1 0,-3-8-7 0,5 5 4 16,-5-5 0-16,5 5-3 0,-5-5-1 0,9 2-5 16,-9-2 3-16,10 2-7 0,-10-2 2 0,0 0-11 15,14 0 22-15,-14 0-9 0,0 0 5 0,16 0-12 16,-16 0 3-16,9-2 11 0,-9 2-12 0,9 0 1 15,-9 0 1-15,0 0 0 0,11-4-4 0,-11 4-1 16,0 0 13-16,9-3-5 0,-9 3-4 0,0 0 1 16,0 0-2-16,8-2-5 0,-8 2-9 0,0 0-8 15,0 0-29-15,0 0-28 0,8-3-38 0,-8 3-34 16,0 0-41-16,0 0-33 0,8-3-240 0,-8 3 57 16</inkml:trace>
  <inkml:trace contextRef="#ctx0" brushRef="#br0" timeOffset="34764.48">19709 17584 142 0,'0'0'307'15,"0"0"-75"-15,-4-7-37 0,4 7-40 0,0 0-25 16,-4-4-33-16,4 4-18 0,0 0-20 0,0 0 7 16,0 0 4-16,-10 1 21 0,10-1-21 0,-9 6 12 15,5 1-5-15,-2-2 16 0,-1 2-33 0,1 3 20 16,-3 0-31-16,1 2-5 0,1-1-13 0,-1 2-3 16,-1-1 1-16,3 1-2 0,-1-2-5 0,2 4-4 15,1-3-2-15,-1-2-5 0,0 2 4 0,3-3-1 16,0 3 0-16,0-3-5 0,-1 1-12 0,3-2-1 15,3 1 9-15,-1-3-1 0,2 2-2 16,-1-2 3-16,4 0-4 0,0 0 2 0,-1-1 4 0,1-2-7 16,0 1-8-16,1-1 0 0,-8-3 7 0,13 3-6 15,-13-3 5-15,12 2 5 0,-12-2-3 0,0 0 0 16,13-2 3-16,-13 2 2 0,7-3-5 0,-7 3 0 16,3-7 4-16,-3 7-14 0,3-6 10 0,-3 6 3 0,0 0 7 15,-1-11-1-15,1 11-10 0,-3-7 1 16,3 7 3-16,-6-8-4 0,6 8 0 0,-7-7 2 15,7 7 5-15,-9-7-1 0,2 2-11 0,7 5-3 0,-12-5 10 16,12 5-2-16,-14-3-3 0,14 3-10 16,-11-4-32-16,11 4-62 0,-11-3-72 0,11 3-44 15,0 0-45-15,0 0-229 0,-14-1 12 0</inkml:trace>
  <inkml:trace contextRef="#ctx0" brushRef="#br0" timeOffset="35031.28">19863 17744 9 0,'0'0'491'0,"0"0"-137"0,-2-4-83 16,2 4-48-16,0 0-46 0,4-7-23 0,-4 7-25 15,9-4-9-15,-9 4-31 0,11-5-17 0,-11 5-23 16,18-4-9-16,-9 3-4 0,1-2-6 0,2 0-5 16,-2 1-5-16,0-1-8 0,0 1-18 0,1 2-36 0,-11 0-37 15,16-3-45-15,-16 3-49 0,14-2-53 16,-14 2-73-16,12-3-129 0,-12 3 105 0</inkml:trace>
  <inkml:trace contextRef="#ctx0" brushRef="#br0" timeOffset="35565.11">21135 17551 174 0,'0'0'142'0,"0"0"-56"16,0 0-35-16,0 0-28 0,1-7-28 0,-1 7-34 15,0 0-27-15,0 0-58 0,0 0 41 0</inkml:trace>
  <inkml:trace contextRef="#ctx0" brushRef="#br0" timeOffset="36116.22">20387 17459 67 0,'0'0'387'16,"0"0"-84"-16,0 0-44 0,0 0-10 0,0-7-63 15,0 7-2-15,0 0-52 0,0 0 0 0,0 0-38 16,0 0 0-16,0 0-43 0,0 0 14 0,0 0-38 15,-2-6 12-15,2 6-24 0,0 0 27 0,0 0-18 16,0 0 19-16,-4 8-23 0,4-8 27 0,-3 10-25 16,3-10 34-16,-1 14-27 0,1-8 25 0,0 5 3 0,0-3-38 15,1 4 31-15,1-3-32 0,0 3 36 16,-2-2-40-16,4 2 32 0,-3 0-40 0,2 1 38 16,-1-2-36-16,2-1 29 0,-4 2-39 0,3-2 31 15,-1 0-38-15,1 1 35 0,0-2-37 0,-2 0 25 16,0-1-18-16,2-1 27 0,-2 0-33 0,1 0 28 15,0-2-43-15,-2-5 37 0,2 12-51 0,-2-12-10 16,4 9-50-16,-4-9-41 0,4 8-54 0,-4-8-77 0,4 7-114 16,-4-7-196-16,0 0-95 0</inkml:trace>
  <inkml:trace contextRef="#ctx0" brushRef="#br0" timeOffset="36698.68">20559 17518 78 0,'0'0'381'0,"-8"-5"-69"16,8 5-61-16,-5-5-15 0,5 5-62 0,-5-5-12 15,5 5-46-15,-7-5 5 0,7 5-45 0,0 0 4 16,-5-6-22-16,5 6 6 0,0 0-33 0,-2-8 16 16,2 8-27-16,0 0 14 0,2-8-34 0,-2 8 30 15,4-7-24-15,-4 7-1 0,10-6 2 0,-10 6 6 0,13-6-1 16,-5 1 0-16,3 2-1 0,-2 0-3 0,4 1-5 16,-2-2-2-16,1 1 3 0,1 1-5 15,-2 0 0-15,-2-1 2 0,2 1-2 0,-1 1-5 16,-1-1-13-16,-9 2-18 0,12-2-19 0,-12 2-11 15,12-3-19-15,-12 3 17 0,0 0-10 0,0 0-13 0,9 0-17 16,-9 0-11-16,0 0-1 0,0 0 9 0,0 0 18 16,-12 0 14-16,12 0 18 0,0 0 9 0,-11 3 12 15,11-3 13-15,0 0 10 0,-12 0 9 0,12 0 10 16,0 0 6-16,-11 2 12 0,11-2 13 0,0 0 18 16,-7 5 11-16,7-5 15 0,0 0 4 0,-5 7 7 15,5-7 8-15,0 9-6 0,0-9 1 0,0 10 28 16,0-10-29-16,3 13 20 0,-1-6-23 0,-2 3 18 15,3-1-40-15,-2 2 20 0,2 0-44 0,-1 1 28 16,-2 0-40-16,2 1 28 0,-1-1-33 0,-1 1-2 16,1 0-6-16,-1 1 4 0,0-3 0 0,0 2-3 15,1 0-11-15,1-1 1 0,-2-2 0 0,0 2-2 16,1-2-1-16,0 0 2 0,-1-1-2 0,0-2 8 16,2 3-8-16,-1-4-2 0,-1-6-17 0,1 12-22 15,-1-12-48-15,1 11-51 0,-1-11-111 0,5 6-436 16,-5-6-192-16</inkml:trace>
  <inkml:trace contextRef="#ctx0" brushRef="#br0" timeOffset="37039.21">21279 17612 282 0,'0'0'492'0,"0"0"-138"16,0 0-37-16,9-3-71 0,-9 3 9 0,12-1-66 15,-12 1-4-15,14-2-73 0,-4 0 21 0,4 2-62 16,0 0 25-16,0-2-52 0,2 2 25 0,3-1-45 16,0 1 21-16,-1-2-33 0,-1 2 27 0,-1 0-43 15,-1 0 30-15,-3 0-64 0,0 0 2 0,-12 0-67 16,17 0-29-16,-17 0-82 0,11 0-106 0,-11 0-358 16,0 0-187-16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1T14:13:45.184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11285 6631 8 0,'-2'2'123'16,"2"-2"-13"-16,0 0-16 0,0 0 1 0,0 0-24 15,0 0 5-15,0 0-11 0,0 0 1 0,0 0-14 16,0 0-13-16,0 0 3 0,0 0 5 0,0 0-6 15,0 0-10-15,0 0 5 0,0 0-3 0,0 0-2 0,5 5-4 16,-5-5 11-16,1 3 6 0,-1-3 1 0,3 4-4 16,-3-4 1-16,0 0-4 0,4 5-2 15,-4-5-8-15,2 3 4 0,-2-3 7 0,4 2 2 0,-4-2 5 16,5 2-1-16,-5-2 0 0,0 0 3 16,11 0-7-16,-11 0-4 0,7 1 0 0,-7-1 0 0,6 0-5 15,-6 0 0-15,9 0-4 0,-9 0-3 0,9 0 1 16,-9 0-3-16,9-1 3 0,-4 2-1 0,-5-1-6 15,10 0 1-15,-3-1 0 0,-7 1-2 0,13 0-4 16,-5 0-2-16,0 0 3 0,1-2-2 0,5 1-4 16,-5 1-1-16,1-1 2 0,3-2 2 0,0 3-3 0,-3 0 0 15,4 0 0-15,-1 0-1 0,1 0 0 0,-2 0 0 16,5-1-4-16,-5 2-1 0,2-1 0 0,0 0-3 16,4 0-3-16,1 0 9 0,2-1-1 0,0 0 1 15,10-1 2-15,-4 0-3 0,1-1-5 0,-8 3 6 16,10-3-2-16,-1 1 2 0,-2 2 1 0,5-3 1 15,-5 2-5-15,2-2 4 0,-2 1-2 0,1 1-2 16,-1-1 2-16,-1 2-1 0,-5-2 2 0,6 2-5 16,1-2 3-16,-6 1-1 0,6-2 2 0,-2 2-3 0,2-2 3 15,-1 1-1-15,-6 1-1 0,7-1 2 16,2-2-2-16,-7 3-6 0,6-3 6 0,2 1 3 0,-1 0-1 16,0 0-4-16,3-1 3 0,-1 2 2 0,0 0-5 15,0-1 1-15,-1 2 1 0,-2-2-1 0,0 2-3 16,-2-1 3-16,1-1-1 0,-2 0 0 0,-4 2 0 15,6 0 2-15,-8 1-3 0,1 0 2 16,0-2-3-16,-2 2 2 0,-1 0-5 0,4 0 5 0,-3 0 0 16,-2 0-3-16,2-2 2 0,-1 2 0 0,2-1-1 15,-2-1 0-15,-1 2 1 0,1-1 0 0,-2 0-4 0,0 1 9 16,-1-1-9-16,4 1-3 0,0-3 7 0,-1 2 0 16,3-2 0-16,-1 1 1 0,-1 0 2 15,3-1-1-15,-2 1-3 0,1-1 2 0,-2-2-3 0,1 5 4 16,1-4-5-16,-2 0-1 0,0 3 6 0,-1 1 1 15,3-3 1-15,-5 1-4 0,-3 0-1 16,0 1 2-16,1 1 2 0,-3-3-3 0,1 3 1 0,-1-1-1 16,0 0-1-16,1-1 0 0,-3 1 2 0,4 0 2 15,-1 1-1-15,-1-3 1 0,2 3-4 0,-3-1-1 16,2-2 2-16,2 1 0 0,-2-1-5 0,0 0 6 16,7 1 0-16,-1-1 1 0,-5 1-3 0,5-1 0 0,-6 2 0 15,6-2-3-15,-1-1 8 0,-3 1-1 0,-2 2-3 16,-1 0 4-16,8-2-6 0,-6 2 4 15,0 0-3-15,0 0 2 0,-1-1-5 0,0 1 4 0,-1-1 4 16,3 0-3-16,-2 0-2 0,1 1 4 0,-2 1-2 16,2-1 1-16,-2 0-2 0,1-1-1 15,-1 2 0-15,1-2 3 0,-2 1-2 0,0 0-2 0,2 0-3 16,-3-1 6-16,0 0-1 0,-4 2 1 0,0-1-2 16,-5 1 1-16,12-2-1 0,-6 2 2 0,0 0 1 15,-6 0-1-15,11 0-4 0,-8-1 3 0,-3 1 3 16,10-1-2-16,-6 0 1 0,-4 1-1 0,8-2-5 15,-8 2 5-15,9-1 2 0,-5-1-4 0,2 2 4 16,-1-3-5-16,2 1 4 0,-1 0-2 0,1 0-3 16,0 0 6-16,0 2-6 0,0-3 3 0,-2 3 0 0,4-1-2 15,-4-1 1-15,7-1 2 0,-1 2 1 0,-2 0-2 16,-1-1-3-16,0 1 1 0,3-2 1 0,-3 2 1 16,0 1-1-16,-2-1-4 0,4 1 7 0,2 0-1 15,-5-1-1-15,3 1-1 0,1-2 0 0,0 1 0 16,1 1 4-16,1-2-2 0,-1 1 0 0,6 0 1 0,0 1 0 15,0-1-2-15,1-1 0 0,0 2 2 16,1 2 0-16,1-4-3 0,7 0 2 0,-6 2-4 16,7-3-1-16,-7 3 6 0,9-3 0 0,-3 2-3 15,-5 2 2-15,5-1 0 0,-5 0-2 0,0 0 0 0,-2 0 1 16,-1 0 2-16,1 1-1 0,0 1 1 0,-2-2-2 16,0 0 1-16,-6 3 0 0,5-3-6 0,0 2 2 15,-4 0 2-15,-2-1 0 0,-1-1 3 16,2 1-4-16,0 0 2 0,1-1 0 0,-3 3 3 0,2-3-6 15,2 0 6-15,3 0-2 0,0-1 1 0,1-1-2 16,2 1 1-16,-3 0-1 0,2 0 0 0,8-1-4 0,0 0-1 16,-9 2 7-16,4 0-2 0,0 0 2 15,-1 0-7-15,0 0 5 0,6-3 3 0,-9 1-4 16,4 1-4-16,-2 2 5 0,0-2-1 0,1 1-3 0,-3 0 3 16,2 0 1-16,0 0 3 0,-3 0 0 0,0 0-5 15,-2 1 2-15,1-2 1 0,-1 2-2 0,-2-1 1 16,-1 0 3-16,4 0-2 0,-5 0 0 0,1 0-6 15,1 0 7-15,-3 2-4 0,8-4-1 0,-6 2 2 16,1 0 4-16,-1 2-1 0,0-2 0 0,0 0-1 16,-2 0-1-16,-1 0-1 0,1 3 3 0,1-3 1 15,1 0-1-15,-5 0-2 0,4 0-2 0,0 0 2 16,-1 0-3-16,2 0 6 0,0 0-3 0,1 0 0 0,-4 0 0 16,4 2 0-16,-1-2 3 0,1 0-2 15,-1 0-2-15,1 0 2 0,0 2 1 0,0-2 1 0,0 0-4 16,-1 1 2-16,1-1-3 0,-1 1 1 15,2-1 1-15,-1 1 1 0,0 1 0 0,-1-4-3 0,0 5 3 16,2-4-2-16,-3 2 3 0,2 1-3 0,-3-2-3 16,3 0 5-16,-1-2 0 0,0 2 0 0,-2 0 0 15,1 2-2-15,2-2 1 0,-4 0 2 0,0 1-2 16,2-1-3-16,-1-1 5 0,0 1-1 0,0-2 1 16,-2 4-3-16,0-2 2 0,2 0 0 0,1-2-2 0,-1 2 5 15,2-1-4-15,-1-1 2 0,-1 2-4 16,2-1 2-16,2-1 0 0,-2 0-1 0,1 2 3 0,4-2-3 15,-1-1 3-15,1 0-2 0,-4 3 0 0,4-2 1 16,-4 0-1-16,1 1 1 0,-1 0-2 0,0 1-2 16,4 0 2-16,-5-3-3 0,6 3 6 0,-1 0-3 15,0-1-1-15,-5 2 1 0,2-2 0 0,-2 1 4 16,4-1-6-16,5 2 3 0,-4-1-3 16,1 0 1-16,3 0 3 0,-3 0-4 0,3-1 3 0,-2 1-2 15,1 0 5-15,7-2 0 0,-1 4-6 0,-4-2 6 16,-2-2-3-16,9 1 0 0,-3 2 1 0,1 1-4 0,-1-4 0 15,1 2 5-15,1 2 1 0,0-2-1 16,1 1-3-16,-3 0 2 0,-1-1 0 0,3 3 2 16,-9-2-4-16,2-1 0 0,7 1 1 0,-6 1-1 0,4-2 2 15,-4 1 0-15,3 1-3 0,3 0-4 0,0-2 8 16,1 3 2-16,-1-1-4 0,-1-2 0 0,3 3 3 16,0-3-3-16,-2 4 0 0,3-3 0 0,-1 1 2 15,1-1-2-15,0-1 0 0,2 1 0 0,-1 3 0 16,-1 0-2-16,1-3 3 0,2 2-1 0,-1 0 1 0,2-1-6 15,-4-1 5-15,0 1 0 0,4 4 0 16,-2-3 1-16,-2 3-1 0,0-4-2 0,1 5 0 0,2-4 2 16,-3 2 0-16,2-1-1 0,-3-2 0 0,2 1 3 15,-1 2 1-15,0-2 0 0,2 1-2 0,-4-2 0 16,2 1-3-16,1 1 2 0,2-1 2 0,-2 2-3 16,0-3 3-16,2 0-3 0,-2 2 2 0,0 0-4 15,4 1 4-15,-4-4-2 0,3 3 1 0,-4 0-1 16,1 1 2-16,2-2-4 0,-3 2 6 0,1-1-3 15,0-1 0-15,-1 1 0 0,0-1-3 0,-1 2 2 16,1 0 2-16,0 0-1 0,-2 0-3 0,0 0-4 0,-3-1 9 16,2 1-4-16,-2 0 1 0,2 0 2 15,-2 0-2-15,1-3 0 0,-5 3 4 0,5-3-2 0,0 3-2 16,2-4 2-16,-10 3-3 0,8 1-2 0,-6-1 3 16,5 0 2-16,-3-2 2 0,1 0-3 0,-4 2 0 15,2-1-3-15,-1-1 4 0,-2 1 1 0,2-1-1 16,0 1-1-16,0 0-2 0,-1 2 5 0,2-4-5 15,-5 2 2-15,5-1 3 0,0 1-5 0,-1 1 3 16,-2-1-1-16,1-1-3 0,0 1 2 0,6-2 1 16,0 0 2-16,0 2-2 0,-4 0-1 0,-3-2 2 0,3-1-1 15,-2 0-1-15,-1 3-2 0,2-3 3 0,-1 0 0 16,0 0-1-16,2 0 2 0,-1 2 1 16,-2-2-1-16,2 0 0 0,6 2 1 0,-7-2-4 0,0 1 3 15,2-2-2-15,-2 1 3 0,7 1-2 0,-8-1 0 16,3 1-1-16,7-2 2 0,-10 0-1 0,7 1 0 15,0-2 3-15,4 2-2 0,-1-2-1 0,-2 2-1 16,3-3 0-16,-4 0 2 0,1 2-1 0,1-2-1 16,-1 1-2-16,-6 2 4 0,6-3-3 0,-6 1 4 15,1-1 2-15,5 1-2 0,-6 0-1 0,1-2 1 16,-3 3 0-16,2-3 1 0,0 1-3 0,-2 1 0 0,-1-1 2 16,2 0-9-16,-1 1 5 0,-1-1 6 0,2-1-1 15,-2 2-2-15,-1-1 0 0,0 0 0 16,2-2 0-16,-1 3 0 0,3-2-2 0,-3 1 2 0,4-2-3 15,-1 2 5-15,5-1-3 0,-7-1-2 0,2 2 4 16,0-1-5-16,-2-1 5 0,2 4-1 0,5-5 0 16,-7 2-5-16,7 1 3 0,1-3 0 0,-6 2 1 15,-2 1-2-15,10-3 0 0,-1 4 3 0,-1-4-5 16,-1 3 7-16,1 1-8 0,0-3 5 0,-1 0 0 0,5 3 2 16,-4-3-1-16,0 2-1 0,2-1 1 15,0 0 1-15,1 3 0 0,-3-2-2 0,3 1 1 0,-3 0 1 16,1 0-2-16,-7 1-2 0,7-2 4 15,-7 3-2-15,-1-2 3 0,0 2-3 0,-3 0 3 16,5 0-2-16,-1 0 0 0,-3-2 0 0,3 0 3 16,-2 2-4-16,-1-1-1 0,3 1 1 0,1-1 2 0,-4 1-2 15,3 0-1-15,0-1 2 0,-1 2 0 0,0-1 1 16,2 0 1-16,-1 0-4 0,4 0-1 0,-4 0 0 16,6-1 4-16,-5-1-1 0,4 4-3 0,-4-4 3 15,5 2-3-15,-7 0 1 0,0-1 1 0,9 0-11 0,-7 0 14 16,-3 1-5-16,10-2 1 0,-10-1 2 0,9 2 1 15,-7-3-2-15,7 2 2 0,-8-2-9 0,7 1 3 16,2 0 7-16,-1 1-3 0,-1-1-1 0,1 1 1 16,0 0-2-16,-8 0 2 0,10-1-2 0,-4-1 4 15,-7 4 1-15,2-1-4 0,-2-1 0 0,11 1 2 16,-10 0-5-16,-1-2 4 0,-1 3 0 0,0 0 2 16,0 0-1-16,2 0 2 0,-2 0-2 0,0 0 0 15,4 0-4-15,-6 0 3 0,2 0 3 0,-1 0-11 16,1 0 5-16,-1 0 4 0,1 2 0 0,0-1 0 0,4-1 0 15,-5 1 0-15,10 0-3 0,-10-1 2 0,5 2 3 16,-5-1-6-16,5 1 1 0,-1 1 1 0,-3-3 0 16,3 2 2-16,-3 0-4 0,1 0 6 0,-1-1 0 15,-2 1 0-15,2 0-6 0,0 2 3 0,-6-3 3 16,5 1-1-16,-6 0-1 0,3-1-2 0,-2 2 2 16,0-1 1-16,4 0-3 0,-4-1-1 0,1 3 2 15,0-4-2-15,4 4 4 0,0 0-1 0,-8-2 0 16,9 2 0-16,-2-2 1 0,2 2-4 0,-2-2 2 15,1 1-2-15,-2-2 5 0,5 2-4 0,-2-1 1 16,0-2 0-16,0 3-3 0,0 0 3 0,-1-3 1 0,0 1 0 16,0 0-1-16,3 1-2 0,-4-2 3 15,-1 0-2-15,-1 0-1 0,-2 2 0 0,1-2 3 0,4 3 0 16,-4-2-4-16,-1-1 5 0,8 4-6 0,-3-3 4 16,3 0 3-16,0 1-4 0,0 1 0 0,-2 1 1 15,1-2-6-15,1 1 2 0,-2-1 4 0,0 0 3 16,-3 2-3-16,1-3-1 0,-4 2 2 0,6-2 4 15,-6 1-4-15,4 0 0 0,-6 1-1 0,3-3 1 16,0 3-1-16,-3-3 0 0,3 1 0 0,-3 1-1 16,1-1-1-16,-1 1 3 0,1-1 2 0,-1-1-4 15,-2 1-1-15,0-1 3 0,1 1 0 0,-5 0 2 0,1-1-4 16,1 0 2-16,-7 0 0 0,10 3 0 0,-6-2-9 16,-4-1 11-16,8 0-2 0,-8 0 0 0,5 2-2 15,-5-2 3-15,5 1 0 0,-5-1 0 0,0 0 3 16,0 0 11-16,4 1 1 0,-4-1 5 0,0 0 3 15,0 0 3-15,0 0 7 0,0 0 1 0,0 0 3 16,0 0 1-16,0 0 4 0,0 0-1 0,0 0 3 16,0 0-4-16,0 0 4 0,9 0 1 0,-9 0-1 0,0 0-2 15,0 0 1-15,0 0-2 0,0 0 2 0,0 0-3 16,0 0-2-16,0 0-4 0,0 0 1 0,0 0-3 16,0 0-2-16,0 0-3 0,0 0-4 0,0 0-3 15,0 0 0-15,0 0-2 0,0 0-2 0,0 0-2 16,0 0-1-16,0 0-4 0,0 0 3 0,0 0-5 15,0 0 5-15,0 0-6 0,0 0 1 0,0 0-3 16,0 0 2-16,0 0-1 0,0 0-6 0,0 0 2 16,0 0 1-16,0 0-3 0,0 0 2 0,0 0-3 15,0 0 4-15,0 0-1 0,0 0 1 0,0 0 0 16,0 0-2-16,0 0-2 0,0 0 2 0,0 0 1 0,0 0 0 16,0 0-2-16,0 0-1 0,0 0 2 0,0 0-2 15,0 0 3-15,0 0 1 0,0 0-5 16,0 0 1-16,0 0-1 0,0 0-1 0,0 0-1 0,0 0 3 15,0 0 0-15,0 0 1 0,0 0-3 0,0 0-8 16,-18 5-20-16,14-4-24 0,-1 1-28 0,-3 1-24 16,1-1-27-16,-1 0-23 0,-1 0-25 0,-1-2-31 15,-2 3-252-15,2-5-503 0,-4 1 223 0</inkml:trace>
  <inkml:trace contextRef="#ctx0" brushRef="#br0" timeOffset="4833.42">19353 11304 15 0,'0'0'111'16,"0"0"-10"-16,-4-3-9 0,4 3-3 0,-4-4-4 15,4 4-4-15,-6-3 1 0,6 3-2 0,-3-2 2 16,3 2-2-16,-3-3-1 0,3 3-6 0,0-5-8 0,0 5-1 15,-1-7-5-15,2 3-4 0,-1 4 6 16,3-5-3-16,-2 0-3 0,1 2-5 0,1-2-8 16,0 0-4-16,1 1 3 0,3 1-6 0,-2-2 1 0,2 0-5 15,3 1-6-15,3 0-2 0,-1 1-1 0,6-2-1 16,0 2-3-16,3 3 0 0,0-2-3 0,-3 2-2 16,0 0 1-16,1 0-1 0,-1 2-6 0,-4-2-1 15,-1 3 1-15,-1-3-1 0,0 1-12 0,-5 3-16 16,-1-3-9-16,-1 2-11 0,0 1-16 0,-2 0-25 15,-3 0-33-15,-3 1-149 0,-2-1-288 0,-1 1 128 16</inkml:trace>
  <inkml:trace contextRef="#ctx0" brushRef="#br0" timeOffset="5021.35">19396 11419 24 0,'10'3'134'0,"5"1"-6"0,3-1-12 16,-1 0-14-16,3-1-12 0,-2-1-1 0,1 0-26 15,-1 2 11-15,-4 0-10 0,4-1-8 0,-4 1-14 16,-2-2-10-16,-4 2-45 0,-1-1-155 0,-2-2-180 0,-5 0 81 16</inkml:trace>
  <inkml:trace contextRef="#ctx0" brushRef="#br0" timeOffset="7438.18">11771 12258 109 0,'-1'-4'124'0,"1"4"-14"0,0 0-9 0,0 0-6 16,-2-3-3-16,2 3-6 0,0 0-7 0,0 0-8 15,0 0-4-15,0 0-5 0,0 0 1 0,0 0-5 0,0 0-7 16,0-4 0-16,0 4-3 0,0 0-6 0,0 0-2 16,0 0-3-16,0 0-9 0,0 0-4 0,0 0 1 15,0 0-13-15,0 0 8 0,0 0-3 0,0 0-1 16,0 0 0-16,0 0-15 0,0 0 12 0,0 0-3 0,0 0 1 16,-4-4-4-16,4 4 5 0,0 0-6 15,0 0 0-15,0 0 1 0,0 0-5 0,0 0 5 16,0 0-3-16,0 0 4 0,0 0-5 0,0 0 0 0,0 0 0 15,0 0 0-15,0 0 1 0,0 0 0 16,0 0 2-16,0 0 2 0,0 0 4 0,0 0 7 0,0 0 1 16,18 4-1-16,-12-4 1 0,-6 0-3 0,13-2 3 15,-2 2-3-15,-1 0-2 0,1 0-1 0,1 0-1 16,3 0-3-16,-2 2 3 0,1-2-5 0,-1 0-3 16,-3 4 4-16,4-2 0 0,-2 2-1 0,-1-2-2 0,-2 3-1 15,-2-2-22-15,-2 1-27 0,-1 0-30 0,-3 0-27 16,-5 3-182-16,3-4-306 0,-7 1 135 15</inkml:trace>
  <inkml:trace contextRef="#ctx0" brushRef="#br0" timeOffset="7653.2">11770 12434 88 0,'3'3'131'0,"1"-2"-5"0,4 0-21 0,-2 1-7 16,4-2-10-16,1 2-4 0,-2-2-13 0,1 3-7 0,1-3-7 15,-2 0-9-15,0 2 3 0,-1 0-10 0,-3 2-4 16,-1-3-14-16,1 2-42 0,0-1-52 0,-5-2-100 16,0 3-185-16,0-3 83 0</inkml:trace>
  <inkml:trace contextRef="#ctx0" brushRef="#br0" timeOffset="8783.44">8319 13353 100 0,'-5'-2'167'15,"5"2"-12"-15,0 0-14 0,0 0-15 0,0 0-12 0,-7 0-5 16,7 0-11-16,0 0-16 0,0 0-1 0,0 0-16 15,0 0 0-15,0 0-6 0,0 0-10 16,0 0 5-16,32-2-5 0,-22 2 13 0,3 0-8 0,5-1-4 16,1-1-7-16,-3 2-2 0,5 2-6 0,-1-1-5 15,-3 0 3-15,1 2-10 0,-5-1 2 0,0 1-3 16,-1 1-9-16,-3 1-46 0,-3-1-21 0,-1 2-34 16,-2-1-49-16,-6 2-136 0,-2-1-294 0,-4 3 130 15</inkml:trace>
  <inkml:trace contextRef="#ctx0" brushRef="#br0" timeOffset="8955.64">8189 13568 117 0,'0'0'111'0,"-4"3"1"0,4-3-3 0,0 0-1 0,0 0-1 16,13 1-15-16,-13-1-11 0,19-1-1 0,-6-2-10 16,6 1-1-16,2 0-8 0,0 1-8 15,7-3-7-15,1 4-5 0,-8 3 2 0,1-2-16 0,-3-1-64 16,-6 3-178-16,1-1-234 0,-5 2 104 0</inkml:trace>
  <inkml:trace contextRef="#ctx0" brushRef="#br0" timeOffset="10153.6">6805 14414 48 0,'3'-3'142'16,"-3"3"-9"-16,4-4-5 0,1 2-13 0,-3 1-10 15,3-1-10-15,2 1-10 0,-2-2-6 0,3 1-11 0,3-3-1 16,3 3-10-16,4-2-5 0,0 1-2 0,9-5-1 16,1 2-6-16,4 0-9 0,0 2 2 0,-1-3-5 15,-1 3-3-15,1 2-6 0,-3 0-6 0,-5 1-30 16,-1-1-52-16,-4 2-60 0,-6-2-88 0,-1 2-230 16,-4 0 102-16</inkml:trace>
  <inkml:trace contextRef="#ctx0" brushRef="#br0" timeOffset="10338.39">6865 14535 93 0,'0'0'144'0,"0"0"-10"16,0 0-19-16,0 0-6 0,31-6-8 0,-12 0-11 0,3 1-6 15,4 1-11-15,3-2-8 0,3-2-6 0,-3 3-8 16,4-2-4-16,-2 2-3 0,2 1-3 0,-6 0-54 15,-6 2-67-15,-2-2-114 0,-8 1-208 0,-4 3 93 16</inkml:trace>
  <inkml:trace contextRef="#ctx0" brushRef="#br0" timeOffset="16800">3786 12920 74 0,'0'0'69'0,"0"0"-1"0,0 0 4 0,0 0-9 15,0 0-4-15,0 0-3 0,0 0-4 0,-9 9-4 16,6-5 7-16,1 0-4 0,-1 1-9 0,2 0 7 16,-2-1 3-16,1 3-7 0,0-4-2 0,0 0-6 15,1 1-1-15,-1 0-7 0,0-1-1 0,0 0 3 16,0 1 5-16,0-1-7 0,2-3-5 0,-2 8 3 0,1-6-5 16,1-2-6-16,-1 5-1 0,1-5 1 0,0 0-4 15,0 4 0-15,0-4 6 0,0 5-6 0,0-5 16 16,-2 7 5-16,2-1 2 0,0-2-8 0,0-1-1 15,-1 2-1-15,1 2-5 0,0-2 3 0,0 4-7 16,0-1 10-16,-1 4-4 0,-1-3-7 0,2 3 4 16,0 3 2-16,-2 4 5 0,1-2-1 0,-1 1-6 15,0 1-2-15,-1 7-15 0,1 1 1 0,-1 2-2 16,2 0 3-16,-3 2 1 0,3 0 4 0,-3-1 0 16,0 1 0-16,-1 3-1 0,4-2 5 0,-3 0-2 15,0 1 4-15,3-2-2 0,-3 1-3 0,0-3 0 16,4 2-1-16,-5-4-4 0,5 3 10 0,-1 0 5 0,1-3-2 15,1 0 0-15,2 1 2 0,-1-3-3 0,-2 1-1 16,5 0-4-16,1 2 1 0,0-2 2 0,0-1-1 16,-2-6-2-16,6 5 3 0,-2 2-2 15,-3-6-2-15,3-1 0 0,0 4-1 0,-2-5 0 0,0 2-3 16,0-3-3-16,2 0 2 0,0 0 2 0,-2 1-2 16,-2-3 0-16,1 2 1 0,0-2 0 0,0-1-2 15,-2 3-1-15,1-2 1 0,-1 0-3 0,0 1 4 16,-3-1-3-16,1-3 2 0,-1 2-2 0,0-3 1 15,0-2-2-15,0 3 1 0,-1-3-1 0,1 1 4 16,0-2-3-16,-3-1 2 0,2 1-5 0,1-2 0 16,0-1 2-16,-2 2 0 0,2-2-2 0,0-1 4 15,-2 3-1-15,2-3 0 0,-1 2-2 0,1-2-1 16,0 0 3-16,-1 0-1 0,-1 2-2 0,2-2-1 16,-1-1 0-16,1 4 2 0,0-4-1 0,0-3 0 15,3 4 2-15,-3 0-3 0,0-4 1 0,-3 4 3 0,3-4 3 16,0 0-4-16,0 5-1 0,0-5-2 0,0 0 3 15,0 0 0-15,0 0 1 0,0 0 1 16,0 0 0-16,0 3-1 0,0-3 6 0,0 0-6 0,0 0 2 16,0 0 0-16,0 0-2 0,0 0-1 0,0 0 2 15,0 0-3-15,0 0 1 0,0 0-1 0,0 0 2 0,0 0-2 16,0 0 0-16,0 0-3 0,0 0 1 16,0 0 2-16,0 0 0 0,0 0-1 0,0 0 0 15,0 0-2-15,0 0 2 0,0 0 3 0,0 0-1 16,0 0-5-16,0 0 2 0,0 0 3 0,0 0 0 15,5 2-2-15,-5-2 0 0,0 0 1 0,8 0-3 16,-8 0 1-16,9-2 0 0,-4 1 5 0,4-1-3 0,0 1-1 16,0 0 2-16,2 0-5 0,1-2 5 15,2 2-2-15,-1 1 0 0,5-5 0 0,-6 5 0 16,3-1-1-16,6-1 3 0,0 2-1 0,-2-1 2 0,0 0-3 16,0 0-2-16,-1 1 4 0,1 0-2 0,2 0-1 15,-2-1-2-15,0 0 5 0,3 1-2 0,-3-2-1 16,1 2 1-16,-2-3 0 0,4 1 2 0,1 2 0 15,-3-2-2-15,1 1 2 0,7 0-2 0,1-2 0 16,0-3 2-16,-1 2 1 0,1 3-1 0,-1-5 0 16,-8 5 0-16,1-1-2 0,7 0-1 0,-6 0 2 15,-1-1 1-15,-3 3-2 0,3-1 0 0,-2 1-1 16,-1 0 4-16,1-1-1 0,-1-1-5 0,0 1 3 16,-3 1-1-16,3-2 1 0,2 2-1 0,-1-1 2 0,1 0 1 15,3 1-3-15,-3-3 5 0,2 1-1 16,1-1-2-16,-3 1 1 0,1 0-2 0,7-2 3 15,1 3 1-15,-2-2-4 0,3 1 3 0,-2-1-3 0,1 1 1 16,-1-5 2-16,4 5 1 0,-5-1-1 0,2-1 0 16,2 1-1-16,-3 1 2 0,0 1-4 15,-1 0 1-15,1 1 0 0,2 0 2 0,-10-1-1 0,3-1-1 16,-4 1 2-16,2 1-3 0,0 0-1 0,-1 0 4 16,1-1-3-16,1 1 2 0,-3 0-2 0,8 1 0 0,-4-2-1 15,8 0 1-15,-11 1 3 0,2 0-1 16,5-2 1-16,-5 2 0 0,7-1-1 0,-1 0 0 15,-9 1-1-15,3-1 0 0,1 1 3 0,0 1-6 16,-3-1 3-16,1 1 0 0,7-2-1 0,-8 2 1 16,3-2-2-16,3 1 3 0,2-1 1 0,-5 1-3 15,4 0 2-15,1-2-2 0,1 1 2 16,-7-1 0-16,6 2-3 0,-1-2 1 0,-4 0 3 16,5 1-1-16,-6 1-1 0,6-4-3 0,0 4 3 15,-1-2-1-15,-7 2 0 0,2-3 3 16,-3 3 0-16,2-2-3 0,-1 2 3 0,3-3 1 0,-1 2-3 0,0-2-1 15,-1 0 4-15,2 3-3 0,-3 0 0 0,0-3-1 0,-1 2-1 16,-1 0 1-16,1 0 1 0,-1-3-1 16,1 2 4-16,2-1-5 0,-1 1 1 0,8-1 0 15,2 0 3-15,0-3-3 0,5-1 2 0,-2 3 1 0,6-2 0 16,-1 3 0-16,0-1-1 0,4-1-2 0,-5 2-2 0,2 1 2 16,-5 2 3-16,3-4-3 0,0 1-1 15,-1 2 1-15,0-2 1 0,-3 2 1 0,1 1-2 16,-3 0 2-16,-3-3-1 0,3 2-1 0,-3 0 4 15,-5-2-3-15,5-1-1 0,1 1 1 0,0-1 0 0,0-1 1 16,-1 0-2-16,0 1 4 0,3-2-3 0,-3 2-2 16,-1 0 0-16,2 0 1 0,1-1 1 15,-1 1-2-15,-1 1 0 0,3-2 1 0,-3 2 1 0,0-1 0 16,-1 1-1-16,-6 2 1 0,-1-1-1 0,1 1 0 16,1-2 3-16,-3 2-4 0,3 0-1 0,-3 1 2 15,2-5 1-15,-1 5 0 0,3-1 0 0,0-1 2 16,-2 0-1-16,8 1-4 0,-1 0 4 0,0 0-3 15,3-1 2-15,-3 1 0 0,1 0-1 0,-2-2 1 16,1 2-1-16,2 0 2 0,-1 1-2 0,-2-1 0 16,-8 0 1-16,4 1-1 0,0 0 0 0,6 1 2 15,-8-1-4-15,10 0 1 0,-2 0 1 16,-1-1 0-16,3 2 0 0,-3 0-1 0,4 1 0 0,-3 1 3 0,2-3-3 16,2 1 2-16,-3 2-1 0,0-2-3 0,7 0 6 15,-9-1-5-15,7 1 3 0,-7-1-1 0,2 3 0 16,-9-2-2-16,-1-1 5 0,2 1-2 0,6-1 1 15,-6 3-2-15,-2-1-1 0,2-1-1 0,-1 0 1 16,0-1 0-16,7 2 2 0,-6-2-2 0,0 1 2 16,6 0 0-16,3-2 0 0,-2 2-2 0,1 0 2 15,0-2-2-15,2 3 2 0,0-2-2 0,-4 0 3 16,3 0-4-16,0 1-1 0,1-2 1 0,-3 1 0 16,0 0 4-16,-6 0-4 0,0-1 3 0,4 0 4 0,4 1-7 15,-9-1 2-15,4 1 2 0,-7-3-2 16,2 2 0-16,-2 0-2 0,2-1 0 0,0-1 4 15,-3 3-4-15,1-1 4 0,-2 1 0 0,2 0-2 0,0 0 0 16,-2-1 3-16,5 1-2 0,-1-1-3 0,1-1 0 16,5 2 0-16,1 0 1 0,0 0-1 0,3 0 5 15,-3-1-3-15,0 0 0 0,3-2 0 0,-2 2 1 16,0-3-1-16,2 2-1 0,0 0 1 0,-2 2 0 16,3-4 0-16,-4 4 0 0,2-1 1 0,-1 1 3 15,0 0-2-15,1-3-1 0,-3 3-1 0,-7 2-1 16,1-1 1-16,0-1 1 0,-2 0 2 0,1 1-1 15,-1 0-3-15,0 2 3 0,0-2-1 0,-1-1-1 16,1 1 1-16,3 1 1 0,-3 1-3 0,3-2 3 16,-1-1-1-16,0 0 2 0,1-1-3 0,5 1 5 15,2-3-5-15,-9 2-1 0,10 1 2 0,-2-1 2 16,0 0-5-16,-2 1 3 0,-3-1 0 0,7-2 1 0,1 2-2 16,-3 1-1-16,1-1 1 0,3 1 0 0,-2 0 0 15,-1 0 1-15,0 0 0 0,3 0-4 0,-1 0 3 16,0 0 0-16,-2 0-2 0,1 1 1 0,-9-1 1 15,7 1-1-15,-1-1 1 0,4 2 1 0,-5-2 1 16,-6 0-1-16,2 0-1 0,-1 1 0 0,1 0 0 16,1-1-2-16,5 0 4 0,0 1-5 0,-1 0 2 15,1-1 2-15,0 0 2 0,2 1-3 0,-10-1 0 16,10-1-3-16,-4 2 6 0,-4 2-3 0,2-2-1 0,-3-1 0 16,1 1 0-16,-2 1 1 0,-1 0 0 15,0-1 0-15,2 1 1 0,-5 0-2 0,-2-1 1 16,-3-1 2-16,2 0-2 0,-1 3-4 0,-3-3 5 0,5 2-1 15,-1-2-1-15,0 1 2 0,-2-1 0 0,2 0-1 16,1 1 2-16,-1-1 0 0,6 0-1 0,-6 0-3 16,5 2 2-16,-5-2-1 0,4 0 1 0,-4 1-1 15,2-1 1-15,-2 1 2 0,1-1-2 0,-1 0 0 16,-1 0 1-16,-1 1-3 0,-2 0 3 0,3 0-3 16,-5-1 1-16,1 0 1 0,-3 2 0 0,-5-2 2 15,9 1 2-15,-4-1-2 0,-5 0-1 0,0 0 1 16,10-3 2-16,-10 3-2 0,3-1-1 0,-3 1 0 15,0 0 3-15,2-4-5 0,0 1 0 0,-2 3 3 16,0-6-2-16,1 3 0 0,-1 3 2 0,1-5-1 16,-1-2-2-16,2 2 1 0,-2 1 0 0,1-1-2 0,0-2 2 15,0 2-1-15,1-3 1 0,0-1 0 0,2-1 1 16,-2 1-1-16,2-1-3 0,-1-2 4 16,1 0-3-16,1-5 0 0,0 2 2 0,1-3 2 0,1 0-1 15,0 1-1-15,2-7 2 0,0 4-4 0,-1 3 3 16,2-6 0-16,-2 3-3 0,-1 2 1 0,1-5 0 15,-4 3 0-15,5-6 4 0,-3 9-5 0,-2-3 3 16,0 1 1-16,-1-2 0 0,-1 0-1 0,2 2 3 16,-4 0-5-16,3 0 2 0,-6-1 2 15,3 1-2-15,0 0 1 0,-1 0-1 0,-2-1 0 0,2 1 2 16,-3-1 0-16,4 2 0 0,0 1-1 0,-1 0 1 16,1 2-4-16,0-2 3 0,0 2-1 0,0 2 0 0,1 2 0 15,2-3-1-15,-1 2 2 0,2 2-2 16,1 0 0-16,-2 0 3 0,-2 3-2 0,3 0 1 15,0-2-1-15,-3 3 2 0,0-1-2 0,3 2-3 0,-1-2 4 16,-1 2-1-16,1-2 0 0,-2 2 0 0,2-2-2 16,-2 1 0-16,1 0 2 0,2 1 0 0,-3 0 2 15,1-1-3-15,-1 2 0 0,0 2 0 0,-1 2 0 16,1-10 2-16,-1 8-1 0,0 2-1 0,0-5 0 16,0 5 0-16,2-6 0 0,-2 2 0 0,0 4 2 15,-2-5-1-15,2 5 3 0,-1-4-5 0,0 1 4 16,1 3-3-16,-1-5-1 0,1 5 1 0,-2-4-1 15,2 4 0-15,-3-5 0 0,3 5 2 0,-2-3 0 16,2 3 0-16,0 0-1 0,0 0-2 0,-2-4 1 16,2 4 1-16,0 0 1 0,0 0 2 0,-7-1-3 15,7 1-2-15,-6-1 3 0,6 1-3 0,-15 1 2 0,6 0-1 16,-3 1-1-16,2-2 1 0,-3 1 1 0,4 0 0 16,-5-3 0-16,1 4 0 0,2-2 6 15,-2 0-8-15,0 3 1 0,-1-3 0 0,1 2 2 0,0-1-4 16,-4 0 7-16,3 0-3 0,1-1-1 0,2 0-1 15,-2 2 1-15,0-1-3 0,0 0 4 0,-1-1 2 16,0 3-4-16,3-3-1 0,-3 2 2 0,1 1 2 16,1-2 1-16,-2 2-7 0,-6 0 5 0,1-1-1 15,-3 1-2-15,2 1 4 0,0-2 1 0,1-1-5 16,-4 4 0-16,1-3 2 0,3 3 1 0,-5-1-4 0,5-1 3 16,-8-3 0-16,6 3 0 0,0 3 0 15,0-5 0-15,2 1 1 0,-4 0-1 0,5-2 1 16,-1 1 1-16,0 1-3 0,6-1 1 0,-1 1 1 15,0 0-1-15,0 0-1 0,0-1 4 0,-3-1-4 0,2 0 2 16,-2-1-2-16,-2-1 2 0,0 2-1 16,2 2 2-16,-2-1-4 0,1-1 2 0,-1 1 0 0,0-1 1 15,0 0 0-15,-2 1-1 0,1 1 0 0,2-2-2 16,-2 0 2-16,-2 0 2 0,5 0-4 0,-6 0 2 16,0 0 0-16,-5-2 2 0,-1 2-2 0,-2-1 3 15,2 1-3-15,1 0 0 0,-2-2 0 0,3 0-1 16,-3-2 4-16,0 4-1 0,1-1-3 0,-1 1-2 15,1-2 4-15,1 0 1 0,-3 1 1 0,3-2-2 16,7 2-3-16,-8-3 2 0,3 3 0 0,5 1-2 16,-7-3 3-16,5 6-1 0,1-6-1 0,3 3 0 0,-3 0 3 15,-4 0 0-15,4 0-4 0,3 0 2 0,-3 3 2 16,-5-6-2-16,7 6 3 0,-11-6-3 0,3 6 2 16,0-3-2-16,-2 0 1 0,1 0-2 0,1 0 3 15,-3 0-3-15,3-3 1 0,0 3 2 0,8 0-2 16,-1 0 1-16,1 0-3 0,-1-2-1 0,3 0 4 15,-1 2-1-15,0-1 0 0,1-1 2 0,0 1-2 16,5 1 2-16,-2 0 2 0,1 1-5 0,-3-2 3 16,3 1-2-16,-3 0 2 0,0 0-3 0,0 1 3 15,-1 1-3-15,2-1 3 0,1-1-2 0,-2 2-1 16,2-2 1-16,2 0 2 0,-4 2 2 0,0-2 1 16,-2 0-3-16,6 0 1 0,-2 0-5 0,0 0 5 15,-3 0-3-15,5 0 0 0,-2 0 0 0,2-2 1 0,-6 1 0 16,6 0-1-16,-2 1 0 0,-3-1 0 15,-1-1 1-15,-3 1 1 0,4 2-2 0,-5-1-3 0,-6-1 6 16,8 1 0-16,-7 1-3 0,0 1 0 0,1-1 0 16,-1 1 2-16,0-2 0 0,1 2 0 0,-4-2-2 15,3 0 2-15,2 3-2 0,-3-6 0 0,3 6 3 16,-4-1-4-16,2 2 2 0,0-4 0 0,0 3 1 16,7-2-1-16,-8-1 1 0,1 4-1 0,-4-3-1 15,4-1 2-15,-5 0 1 0,3 4-1 0,-2 0 0 16,0-1-3-16,2-1 3 0,-2 1-1 0,-2-2 1 15,-5 1 0-15,2 0 1 0,2 0-3 0,1-1 2 0,-2 3-1 16,0-2-1-16,3-1 1 0,-1 1 1 16,0 3-1-16,1-2 2 0,0-1-3 0,-3 0 0 15,2 1 2-15,-2 1-2 0,1 0 3 0,2-1-3 0,-1-2 3 16,3 2-1-16,-1 1 1 0,0-2-2 0,0 3 1 16,1-2-1-16,-1 1-1 0,2 0 2 0,-2 0-3 15,-4 0 3-15,-1 0 0 0,3 0 3 0,-2-2-5 16,0 2 3-16,3 1 0 0,-2-3 2 0,-2 0-1 15,5 0-5-15,-1 3 1 0,-1-4 0 0,-1 3 1 16,-1-3-1-16,2 0 2 0,-1 1-2 0,1 1-2 16,1-3 2-16,1 2 0 0,-2 0-1 0,1 1 1 15,4 0 0-15,-2-1-2 0,4 0 6 0,-2-2-5 16,10 3 1-16,-8-3-2 0,4 0 0 0,-8 1 0 0,4-2 2 16,-1 2 0-16,5-1 1 0,3 0 1 15,-1 0-1-15,-3 1 0 0,5 2-1 0,-3-3-1 16,1 1 1-16,1 0-2 0,1 1 1 0,-3-2 1 0,3 0 0 15,0 2 0-15,-1-4-1 0,-1 4 1 0,2-1 1 16,-1 1-1-16,-1-1 1 0,-1 1-1 0,2-2-1 16,-1 4-1-16,1-2 1 0,0-1 2 0,-1 1-2 15,-1 1 0-15,2-3 3 0,2 3-2 0,-4 1-1 16,2-2 4-16,-2 1-4 0,4-1 1 0,-2 1 2 16,1-3 1-16,-2 4-3 0,1-1 0 0,-3-1 0 15,5 0 2-15,-1-1-1 0,-2 1-2 0,-6 0 2 16,7 1 2-16,-2-1-3 0,3 2 3 0,-3-2-4 15,1 0 3-15,1 3-2 0,-1-2-1 0,-1 1 3 16,-6 1-1-16,0-1-1 0,1 4 0 0,1-4 3 16,0 1-5-16,-1 0 1 0,0-1 5 0,-1 3-6 0,5-6 3 15,-8 2 0-15,3-2-1 0,0 3 0 0,0-3 4 16,7 3-4-16,-5-5 0 0,4 3-1 0,0 1 0 16,-5-3 2-16,4 0-3 0,3 0 0 0,1-2 2 15,-10 2 1-15,8 0-1 0,-7 0 1 0,5 0 1 16,-4 0-4-16,-1 0 2 0,-3 2 1 0,3-2-1 15,6 0-1-15,-5 0 1 0,-2 0-3 0,6 0 3 16,-4 0-1-16,4 0 1 0,-2 0-2 0,3 0 2 16,-6 0-2-16,7-2 2 0,2 2 2 0,-1 0-3 15,1-1 2-15,-2 1-1 0,2 0 0 0,2 0 0 16,-1-1 1-16,2 0-1 0,-3-2 0 0,2 3 0 16,2 3 2-16,-3-3 1 0,1 2-3 0,-2-2-2 15,0 1 3-15,1 1-3 0,-2 1 4 0,-2-3-3 0,1 2 2 16,0 2-2-16,-1-1 2 0,-5 0-2 15,8 2 1-15,-1-3 4 0,-2 2-4 0,-5-1-2 16,0-3 1-16,5 3 2 0,2-3 0 0,-2 0 1 16,3 2-2-16,0 1 1 0,0-3 0 0,1 1 0 0,0-1-1 15,4 0 1-15,0-1 1 0,1 1-2 0,-1 0 1 16,0-2 0-16,2 1-3 0,1-1 1 0,-2 2 1 16,4 0 1-16,-3 0-1 0,4 0 1 0,-3 0-3 15,3 0 4-15,0 0-1 0,0 0 0 0,1-2-2 16,-1 1 0-16,0 1 1 0,1 0 1 0,-6-2 1 15,7 2-4-15,-2 0 2 0,-3-1 0 0,0 1 5 16,5-1-5-16,-6 2-1 0,1-2-2 0,-1 1 5 16,3-4-2-16,-5 4 0 0,3-1 0 0,-3 1-1 15,2 0 0-15,-1 0 1 0,3-1 2 0,-3-1-2 16,1 2 0-16,-1 0 0 0,0-2 1 0,3 2 1 16,-3 0-4-16,2-1 1 0,-2-1 3 0,0 2-1 15,0 0-1-15,3-3 6 0,-4 3-6 0,5-2 2 0,-4 0-1 16,3 0 4-16,2 2-5 0,1-3 0 0,-1 3 1 15,0-4 0-15,1 0 2 0,0 2-3 0,1-1 1 16,0 2 3-16,-1-2-3 0,2 3-1 0,0-3 4 16,0-1-2-16,-2 3 0 0,4 0 0 0,3 1-2 15,-9-5-2-15,3 3 1 0,0 1 3 0,1 0 0 16,-1-2-2-16,-1 0-2 0,2 1 2 0,0 2 3 16,-4-3-5-16,0 3 4 0,0-2-2 0,-4-1 0 15,4 1-1-15,-1-3 2 0,0 3-4 0,1-1 6 16,0-1 0-16,-1 1-1 0,0 1-2 0,-1-1 0 15,0-1 0-15,1 2-1 0,-2-1 0 0,1 1 0 0,-1 1 0 16,-3-1 0-16,2 2 1 0,0-1 0 0,-2-1-2 16,-2 2 1-16,3 0 1 0,1 0 0 15,-1 0 0-15,4 0 0 0,1 0 0 0,-2 0-2 0,4 0 1 16,7 0 3-16,-10 0-1 0,10 0 0 0,-9 0 1 16,9 0-1-16,-6 0-1 0,6 0-1 15,0 0 1-15,0 0 0 0,-10 0-1 0,10 0 2 0,-6-2-1 16,6 2 0-16,0 0 2 0,-8 2-4 0,8-2 0 15,-8-2-1-15,8 2 5 0,-10 2-1 0,1-2 1 16,2 2-3-16,1-1 1 0,-1-1-2 0,0 0-1 16,-2 0 3-16,0 0 0 0,1 0 0 0,8 0 2 15,-14 0-1-15,9 0-1 0,5 0 1 0,-9 0 0 0,9 0-3 16,-5-3 2-16,5 3-3 0,0 0 0 0,-4 8-8 16,8-1-62-16,1 2-74 0,4 7-80 15,-1 3-167-15,2 5-425 0,-2-3 189 0</inkml:trace>
  <inkml:trace contextRef="#ctx0" brushRef="#br0" timeOffset="22951.38">23977 8497 104 0,'0'0'117'0,"1"-5"-6"16,0 3-19-16,-1 2-5 0,2-5-7 0,-2 5-1 16,2-4 2-16,-2 4 0 0,0 0-5 0,0-3-7 15,0 3 2-15,0 0-1 0,0 0 2 0,1-4-1 0,-1 4-3 16,0 0-2-16,0 0-1 0,0 0 3 16,0 0-4-16,0 0 0 0,0-6-1 0,0 6-4 15,0 0-2-15,2-5-2 0,-2 5-6 0,0 0-3 0,0 0-5 16,0 0-5-16,0 0 2 0,-3-4-5 0,3 4-4 15,0 0 1-15,0 0-6 0,0 0 1 0,0 0-5 16,0 0-4-16,0 0 1 0,0 0-1 0,0 0-1 16,0 0-4-16,0 0-2 0,0 0-1 0,0 0 1 15,0 0 0-15,0 0-1 0,0 0-4 0,0 0 4 16,0 0 1-16,0 0-1 0,3 13 2 0,-5-8 0 16,2-1 1-16,-1 0-2 0,1 3 1 0,0-2 1 0,-1 4 12 15,0 0-1-15,-2 2 3 0,2 1 2 0,1 0 2 16,0 1-3-16,-2 1-1 0,2 3 1 0,2-2-3 15,-2-4-4-15,0 1 3 0,0 5 4 0,1-1-4 16,-1 1-4-16,1-2 1 0,-1-2 3 0,0 1-5 16,0-4 4-16,0 2-7 0,3-2 1 0,-1-1-5 15,0 4 2-15,0-1-3 0,-2-3 4 0,0 3 17 16,0-2-4-16,2 2-4 0,-1-2-1 0,0 0-1 0,0-1-3 16,-1 0-2-16,0-1 1 0,0 1-2 15,2-1-1-15,-2-3 0 0,-2 3-2 0,2-2-2 16,2-2 0-16,-2 2 1 0,3-1 1 0,-3-3-2 15,4 2-3-15,-4 0 2 0,0-4 0 0,1 7 2 0,-1-7 8 16,4 2 2-16,-4-2 2 0,4 2 1 0,-4-2 1 16,4 1-1-16,-4-1-6 0,0 0 1 0,14-1-3 15,-14 1 0-15,10-2-1 0,-5 0-4 0,3 2 2 16,-2-4-7-16,2 3 3 0,1-1-2 0,-4-2-4 16,5 3 5-16,-2-2-2 0,-3 2-4 0,3 0-8 15,-3-3-19-15,3 3-25 0,-3-4-21 0,-1 4-32 0,-1-3-36 16,1 2-32-16,0-5-35 0,-1 4-250 15,0-4-494-15,0 0 219 0</inkml:trace>
  <inkml:trace contextRef="#ctx0" brushRef="#br0" timeOffset="23303.89">23859 8599 115 0,'0'-5'217'0,"-1"1"-7"15,-2 0 1-15,3 4-6 0,-1-7-15 0,-2 3-16 16,3 1-16-16,0-2-19 0,4 1-13 0,0-1-13 15,1 1-12-15,4 0-9 0,0-1-9 0,0 0-9 16,3 0-7-16,0 1-7 0,0 1-7 0,3-1-4 16,-2 1-5-16,5 0-5 0,-5 0-2 0,-1 2-10 0,1 0-1 15,0-4-12-15,-3 5-3 0,0 0-16 0,-2 0-19 16,2 0-23-16,-2-1-15 0,-3 1-14 0,3 1-12 16,-2-1-10-16,-1 3-1 0,0-3-2 0,-2 3-2 15,1-1-14-15,-3 2-29 0,-1 0-133 0,0-4-301 16,0 0 134-16</inkml:trace>
  <inkml:trace contextRef="#ctx0" brushRef="#br0" timeOffset="23553.2">23972 8703 109 0,'-2'4'165'0,"2"-4"0"0,-1 5 6 16,1-5-3-16,4 8-6 0,-2-4-7 0,1-2-6 0,1 2-22 15,2-3 2-15,-2 3-5 0,4 0-2 0,-3-3-5 16,1 1 0-16,1 0-7 0,0 0-8 0,2-1-12 16,-2 0-13-16,3-1-1 0,-3 1-8 0,1-2-8 15,1 1-4-15,-1-1-6 0,-1 0-7 0,0-1-5 0,-1 1-7 16,1 0-19-16,-1 1-41 0,2-1-44 0,-8 1-60 16,10-2-21-16,-5 2-74 0,-1-3-135 15,-4 3-393-15,10-1 174 0</inkml:trace>
  <inkml:trace contextRef="#ctx0" brushRef="#br0" timeOffset="24117.03">24286 8756 42 0,'0'0'158'0,"0"0"-18"0,0 0-9 16,0 0-18-16,0 0-5 0,0 0-14 0,0 0-12 0,0 0-10 16,0 0-1-16,0 0-4 0,0 0 2 0,0 0 8 15,13-3 3-15,-13 3 6 0,0 0 4 0,6 6 5 16,-5-4-6-16,-1-2-13 0,0 7-3 0,3-5 7 16,-2 3-2-16,2 0-13 0,-3 0 2 0,1 1 3 15,0 2 2-15,-1-1-3 0,2 1-7 0,-1 2-7 16,0-2-5-16,-1 3-2 0,0-1-5 0,3 0-5 15,-2 1-2-15,-1-3-3 0,0 1-4 0,3 1-2 16,-2-3-2-16,3 0-1 0,-3-2-4 0,-1 1 3 16,1 0-5-16,2-3-1 0,-2-1 1 0,-1 3 7 15,0-5 15-15,1 5 13 0,-1-5 1 0,0 0 2 0,0 0-7 16,0 0-5-16,0 0-5 0,7-15-3 0,-6 10-6 16,0-3-5-16,2 0 0 0,-1-2-3 0,1 0-2 15,0-1-3-15,-1 0-2 0,3 2-1 0,-1-2-7 16,0 2 3-16,1 1 0 0,-1 0 0 0,0 0 0 15,0 6-4-15,0-6-2 0,0 1 2 0,1 5-2 16,-1-4-1-16,0 2 1 0,1 2 0 0,-1-1-1 16,2 2-3-16,-2-2 3 0,-4 3-7 0,9 0 5 0,-9 0-1 15,7 0 0-15,0 2-2 0,-3 0 1 16,1 1 2-16,3-1 1 0,-5 5-5 0,3-4 3 16,-1 4 2-16,0 3-2 0,-1-6 2 0,0 9 1 0,-2-6-1 15,2 3 0-15,0 0-2 0,-3 1 5 0,2-3-4 16,-1 1 0-16,-2-3 1 0,0 3-4 0,4-2 1 15,-4 0-2-15,4 0-5 0,-3-2-6 0,-1 0-14 16,0 0-23-16,3 0-28 0,-3 0-21 0,0-5-25 16,1 2-14-16,-1-2-18 0,0 0-34 0,0 0-250 15,0 0-478-15,13-7 212 0</inkml:trace>
  <inkml:trace contextRef="#ctx0" brushRef="#br0" timeOffset="24833.57">24813 8845 91 0,'1'-3'196'15,"-1"3"-15"-15,0-7-19 0,1 3-11 0,1-1-2 16,-2 5-4-16,-2-10 0 0,1 8 0 0,1-4-12 0,-1-1-11 15,-1 3-11-15,0-3-6 0,-1 2-1 0,0 1-6 16,0-1 0-16,-1-1-8 0,1 4-8 0,-2-3-5 16,0 2-8-16,1-1-6 0,-1 1-10 0,-1 1-2 15,-2 2-2-15,8 0-5 0,-14 0-9 0,6 0-1 16,-2 2-5-16,0 1-2 0,1 2-3 0,-3 2-1 16,1-3-6-16,-2 4 3 0,2-2-3 0,0 2-2 15,2 0 0-15,4 1-1 0,-4-1-1 0,2 1-5 0,2 1 3 16,1-2 0-16,1 1-1 0,1-1-3 15,-1 3 2-15,1-5-2 0,0 0 2 0,2 1-2 16,2-2-6-16,0 1 5 0,-1-1 0 0,1-1-1 0,1-2 4 16,1 1-4-16,3-2 1 0,-1 0-3 0,2-1 2 15,-1-2 0-15,0-1 1 0,3 1 0 0,1-3-9 16,-1 0 8-16,-1-2 0 0,2 0-4 0,-5-1 0 16,2 1 1-16,-3 0-2 0,4 0 2 0,-4 1 0 15,-1 1 1-15,0 0-1 0,-3 1 1 0,3-1-1 16,-3 3-2-16,3 0 1 0,-4 2-2 0,5-5 1 15,-2 3-2-15,-3 2 3 0,1-5 0 0,-1 5-5 0,0 0 5 16,0 0-3-16,0 0 2 0,0 0-1 16,0 0-2-16,4 9 2 0,-3-5 3 0,2 0-2 15,-2 2 0-15,0 0 0 0,2 1 0 0,1 2 2 0,1 1 1 16,-3 0-1-16,3 0-2 0,-2 2 1 0,2 0 1 16,-4 1 1-16,3 3 2 0,1-2-1 0,-3 0 5 15,0-3-7-15,0 6 8 0,0-1-4 0,0-5 2 16,0 0 0-16,-2 1 1 0,0 0 3 0,0-2 1 15,0 0 3-15,0 2-2 0,-2-3 1 0,0 0-3 16,1-3 0-16,0 1 0 0,-2 0 2 0,0 0-6 16,1 0 3-16,-2-3-3 0,0 0 1 0,-1-1-2 0,1 2 2 15,-3-1-2-15,-1-4-2 0,-4 2 2 0,1-2-1 16,-1-2 1-16,2-2-6 0,-3 3-1 0,0-3 2 16,0 1 1-16,0-1-3 0,-1 1-22 0,2-2-11 15,2 0-18-15,-4 1-14 0,4-1-34 0,2 2-24 16,-1-4-16-16,1 4-13 0,5-1-23 0,-3-1-48 15,2-1-170-15,3 0-426 0,2-1 188 0</inkml:trace>
  <inkml:trace contextRef="#ctx0" brushRef="#br0" timeOffset="25566.6">25147 8794 51 0,'0'0'221'0,"0"-4"-7"0,0 4-13 15,4-4-16-15,-4 4-11 0,-4-5-13 0,4 5-11 16,-1-3-5-16,-2 0-14 0,3 3-8 0,-1-5-12 0,1 5-13 15,-4-2-5-15,0-2-13 0,4 4-12 16,-5-4-2-16,0 2-4 0,5 2-6 0,-7-2-2 16,7 2-3-16,-7-5-7 0,5 5-7 0,2 0-2 0,-7-3-8 15,7 3 0-15,-9-2 5 0,4 2-4 0,-1-2-2 16,6 2 1-16,-9-1-5 0,9 1 0 0,-15 4 0 16,9-3-4-16,-1 0-3 0,0 1-1 0,0 3 0 15,-2 0-2-15,0-1-1 0,1 1 0 0,1 0-4 16,-1 1 2-16,0-1-2 0,2 0 1 0,-2 1 1 15,6-1-4-15,-2 2 0 0,-3-1 3 0,2-2-2 16,1 3-6-16,3-2 3 0,-3-1 0 0,3 1-1 0,-3-1-2 16,3-2 5-16,1-2-2 0,0 7 2 0,0-7 2 15,1 4-1-15,-1-4 0 0,5 1 1 16,-1 1-2-16,-4-2 2 0,13-2-1 0,-7 2-2 0,3-1 1 16,-1 1-2-16,-2-3 2 0,3 2-2 0,1 0 0 15,1-3 0-15,-5 1-2 0,2 0 2 0,-2 1-2 16,0 0-4-16,0-1 4 0,0 0 2 0,-2 2 0 15,3-4-1-15,-4 0-3 0,1 3 2 0,-2-2 4 16,0 3-5-16,0-2 1 0,-2 3 2 0,5-5-6 16,-1 3 5-16,-4 2 0 0,0 0-1 0,6-5-1 15,-6 5 3-15,4 0 0 0,-4 0-3 0,0 0-1 0,0 0 2 16,0 0-1-16,0 0 3 0,0 0-9 0,0 0 8 16,8 7 2-16,-7-2-3 0,-1-1 3 0,0 1 7 15,0 3-2-15,0-3 2 0,0 2-3 0,2 1 1 16,-2 1 0-16,2-1-1 0,-2 1 0 0,0-2-2 15,0 1 1-15,1-1 0 0,2 0-1 0,-3 0 0 16,1-2 0-16,1 0 2 0,-2 2-4 16,3-2-2-16,-3-1-2 0,2 0 3 0,0 3 1 0,-2-5-3 15,1 0 2-15,3 1-3 0,-4-3 2 0,4 3 2 0,-4-3-4 16,5 4-12-16,-5-4-22 0,0 0-39 16,9-7-30-16,-1 5-3 0,-2-1-17 0,2-3-8 0,0-1-17 15,2-1-4-15,-1 0-17 0,0-1-36 0,1-1-131 16,0 3-364-16,-2-1 161 0</inkml:trace>
  <inkml:trace contextRef="#ctx0" brushRef="#br0" timeOffset="25983.44">25311 8824 95 0,'4'-4'133'0,"-1"0"14"0,1 2-2 0,0-1-4 0,0 0-2 15,-3-2-1-15,4 3 2 0,-5-2 1 0,4 4-5 16,-4 0-5-16,0-6-7 0,0 6-6 0,4-4-13 16,-3 2 6-16,-1 2-5 0,2-5-5 0,-2 5-8 0,2-5-5 15,-2 0-6-15,0 5-6 0,0-5 0 0,0 5 0 16,0-5-6-16,0 5-5 0,-2-7-5 15,2 7-3-15,-2-4-9 0,2 4 0 0,-4-5-11 0,4 5-1 16,-3-3-2-16,1 1 0 0,2 2-2 0,-5-3-5 16,5 3-4-16,-7-2 0 0,7 2-1 0,-7-3-2 15,7 3-3-15,-9 1-3 0,2 2 1 0,0 0-3 16,1 1-1-16,-3 2-1 0,0-1-1 0,1 3-2 16,1-1-2-16,-3 3-5 0,2-3 5 0,1 5-1 15,2-6 2-15,0 6-4 0,2-3 1 0,2 2 0 16,0-4-2-16,1 1 2 0,0-1-1 0,4 1 2 0,-2 1-3 15,3-1 1-15,3 0 0 0,2-2 3 0,-2 1-3 16,2-2 3-16,2 1-6 0,-1-1 5 16,1 2-2-16,-1-1-1 0,-1-1 0 0,2 5 2 0,-2-6-2 15,-1 3-2-15,0 0 2 0,1 3-2 0,-2 0 3 16,-3-3 1-16,4 0-2 0,-3 1 1 0,-2 2-2 16,0-2 0-16,0 3 1 0,0-3 1 0,-3 2 0 15,0-1 0-15,2 1-3 0,-3-1 2 0,0 1-2 16,0-3 3-16,0 0 1 0,1 1-4 0,-2-3 1 0,0 0-3 15,-1 2-18-15,1-5-33 0,0 3-14 16,-2 2-35-16,-1-2-30 0,-1-1-36 0,1-1-19 0,-3-3-266 16,-1 3-490-16,-1 1 217 0</inkml:trace>
  <inkml:trace contextRef="#ctx0" brushRef="#br0" timeOffset="26200.22">25178 8637 188 0,'14'-13'197'0,"-1"3"-17"0,5 2-19 15,2-1-18-15,4-2-16 0,-3 7-9 0,0 1-19 16,1 0-36-16,0 3-46 0,-2 0-49 0,1 0-41 0,-6 4-125 15,4-2-215-15,-3 5 95 0</inkml:trace>
  <inkml:trace contextRef="#ctx0" brushRef="#br0" timeOffset="26550.52">25574 8845 228 0,'0'0'228'16,"5"3"-18"-16,-5-3-15 0,0 0-14 0,0 0-14 15,10-6-6-15,-7 4-8 0,1-2-15 0,-2 1-12 16,2 1-8-16,1-1-3 0,-1-4-9 0,0 2-8 0,-3 3-12 16,3-4-3-16,-3 1 1 0,1 1-2 15,-1 2-6-15,0-5-6 0,-2 2 1 0,0 0-3 16,1 1 0-16,-2 0 5 0,2 4-9 0,-5-4-3 0,4 1-1 16,1 3-5-16,-4-4-4 0,4 4-3 0,-5-2-8 15,5 2-4-15,0 0-3 0,-13 6-4 0,8-3-3 16,-3-1-1-16,1 4-4 0,-1 0 0 0,3-1-2 15,-3 5-1-15,-2-4-4 0,6 2-2 0,-1 0 2 16,1 4-4-16,0-3-1 0,-1 1-3 0,5 0 3 16,0 1 0-16,0-2-2 0,0 2-1 0,3-1-3 15,1-2 3-15,-2 1-2 0,5 1 0 0,0-3-7 0,6 5 3 16,-4-6-12-16,5 2-36 0,-4-5-23 16,2-1-33-16,3 0-44 0,3-1-24 0,0-1-29 0,2-3-20 15,0 1-39-15,-1-4-152 0,0 0-444 0,0 1 197 16</inkml:trace>
  <inkml:trace contextRef="#ctx0" brushRef="#br0" timeOffset="27156.49">26191 8705 46 0,'-4'-3'262'0,"4"3"-7"16,0 0-20-16,-2-6-13 0,2 6-18 0,0 0-20 16,0-3-12-16,0 3-12 0,0 0-14 0,0 0-11 15,0 0-8-15,0 0 0 0,0 0-19 0,0 0-7 0,0 0-7 16,0 0-9-16,0 0-7 0,0 0-9 0,0 0-6 16,0 0-6-16,0 0-6 0,0 0-3 15,0 0-3-15,0 0 0 0,-2 11 3 0,0-7 0 0,2 0-5 16,0 4 4-16,0-2 5 0,0 4-1 0,0 1-2 15,0 0-4-15,0-1-4 0,0 2-6 0,0-2 2 16,2 2-2-16,0-3-3 0,0 1-2 0,2 2-6 16,-3-1-1-16,7-2-1 0,-3-2-4 0,5 2 9 15,-2-3-4-15,2 0-6 0,3-1-6 0,-4-1-1 16,3-3-1-16,3 0-6 0,-5 0 8 0,4-2 4 16,-4 0-3-16,1-2-3 0,1 1 0 0,0-3-2 0,-2 1-4 15,2 1-4-15,-5 0 7 0,-2 1-1 0,1 0 1 16,0-1-2-16,0 3-4 0,-6 0-2 0,5-1-1 15,-5 1 2-15,0 0 4 0,9 6-3 0,-5-3-1 16,1 0 1-16,-4 2-4 0,3-1 8 0,0 2 5 16,-2-2-10-16,1 1 1 0,1 0-1 0,0-1-2 15,0-1 7-15,1 0-9 0,-4-2 7 0,4 2-1 16,-5-3-1-16,4 1 3 0,-4-1 0 0,0 0-2 16,0 0 3-16,12-4-2 0,-11 0-1 0,3 1 6 15,-2-1 0-15,1-3 8 0,-2 2 10 0,2-1 8 16,-2 0-5-16,-1 0-3 0,-1-3 0 0,-2 1 10 15,2-1-15-15,-2-1 2 0,1 3-4 0,-1-3 3 16,2 3-1-16,-3-5-5 0,3 1 1 0,-3 2-4 0,3 2 2 16,-2 0-6-16,2 0-3 0,1-1 1 0,-3 3-20 15,6-1-23-15,-2-1-32 0,2 1-35 0,-1 1-49 16,6 1-43-16,1 1-35 0,1-3-21 0,2 2-55 16,0 1-196-16,0-1-544 0,1 0 241 0</inkml:trace>
  <inkml:trace contextRef="#ctx0" brushRef="#br0" timeOffset="27403.51">26769 8710 136 0,'-2'5'247'0,"2"-5"-1"0,-2 6-14 0,1-3-5 16,-1 2-11-16,0 0-17 0,-2 2-13 0,3 3-9 15,-2-3-15-15,2 3-18 0,1 0-16 0,-1-2-13 16,1 0-8-16,1 1-11 0,-1 2-7 0,0-4-11 15,1 4-7-15,1-7-7 0,-2 3-3 0,0-1-6 0,1-2-5 16,-1 0-4-16,0-1-9 0,0-3-4 0,0 5-3 16,2-3-1-16,-2-2-4 0,0 0 0 15,-1 5-18-15,1-5-40 0,0 0-40 0,0 0-41 0,0 0-38 16,0 0-39-16,-13-12-269 0,11 7-497 0,0-1 220 16</inkml:trace>
  <inkml:trace contextRef="#ctx0" brushRef="#br0" timeOffset="27600.44">26755 8436 75 0,'-4'-4'274'0,"0"-2"-4"0,1 2-15 0,1-3-22 0,1 4-17 15,1-2-19-15,0 0-21 0,0 5-18 0,1-5-17 16,1 3-18-16,-2 2-26 0,7-3-40 0,-1 1-49 15,-6 2-46-15,12 3-36 0,-7-1-27 0,3-2-30 16,0 1-192-16,-2 0-350 0,1 2 156 0</inkml:trace>
  <inkml:trace contextRef="#ctx0" brushRef="#br0" timeOffset="28349.95">27038 8318 133 0,'4'-4'253'0,"-4"4"-26"16,0 0-24-16,5-3-17 0,-5 3-11 0,0 0-14 0,8 7-16 16,-7-1 12-16,1 5 0 0,0 1-11 15,1 5-6-15,-1 2-8 0,-1 0-16 0,3 8-7 0,-4-3-7 16,0 4-10-16,0-1-9 0,0-7-8 0,-2 6-11 0,-1 0-4 16,3 0 0-16,0-5-10 0,0 3-6 15,1-4-7-15,1-1 1 0,0 1-10 0,-2-1 7 16,0-2-6-16,0 0 0 0,0 0-10 0,-4 0 5 0,1 0-2 15,0-6-1-15,-1-1-3 0,0 0 2 0,3-1-3 16,-3-3-1-16,2-1 0 0,-1 1-3 0,-1-2-2 16,0 0-2-16,-2-1 0 0,2-1 3 0,-2-2-7 15,6 0 3-15,0 0 0 0,-10-8 1 0,7 3-5 16,0-3 0-16,0-1-1 0,0-1-2 0,1-1-2 16,0-3 3-16,1 4 0 0,0-8-5 0,-2 7 3 0,2-1 0 15,0-3-2-15,-2 4-1 0,1 0 0 16,-1 2-2-16,-1-2 5 0,1 0 0 0,-1 1-1 15,1 1-1-15,-1-3 4 0,3 2-2 0,2-2 1 0,0 0-3 16,2-1 1-16,0 1-2 0,1 0 3 0,3-4-2 16,1 3-3-16,-1-2 5 0,6 1 1 0,-1-1-3 15,-1-2-1-15,3 4 1 0,-1-4 1 0,2 4 4 16,-2 1-6-16,1-2 4 0,-5 5-2 0,0 3 1 0,1-3 1 16,-2 4-2-16,0-1 1 0,-3 2-4 15,0-1 2-15,1 3 4 0,2-1-3 0,-4 3-5 16,-4 0 0-16,10 0 4 0,-10 0-4 0,11 2 7 15,-7 1 1-15,5 0-4 0,-2 4 3 0,1 0-6 0,-1 1 9 16,-1 2-4-16,2 3 7 0,-2-3 4 0,1 7-4 16,0 0 1-16,1 2 2 0,2-2-6 0,-1 0 7 15,0 0 2-15,-4 0-1 0,4 0-3 0,-1 0 0 16,-3-2 3-16,0 1 1 0,2-2-3 0,-4-2-3 16,4-1 1-16,-5-2-1 0,-2-2 1 0,4-1-1 15,-1 0-2-15,-1-3 0 0,0 2 2 0,-1-2 1 16,0 1 1-16,-1-4-1 0,3 2-3 0,-3-2 2 15,0 0-1-15,10-6-3 0,-5 3 1 0,1-2 6 16,2 1-8-16,1-3 1 0,0 4 2 0,0-2 1 0,1 2-6 16,-1 0-1-16,-3 0 0 0,1 2 1 0,-2 1 0 15,3 0 2-15,-1 0-2 0,-3 3 3 0,1 1-3 16,-1 1 2-16,2 0-4 0,-2 2-1 0,1-1 6 16,-5 5-3-16,4-3 1 0,-4 4-2 0,2-3 1 15,0 1-2-15,-1 0 5 0,2 0-2 0,-3-2-1 16,1 0-12-16,-1-3-34 0,0 2-27 0,2-2-25 15,0-1-37-15,3 1-32 0,-1-1-25 0,1-2-41 16,0-2-233-16,-5 0-505 0,13-2 225 0</inkml:trace>
  <inkml:trace contextRef="#ctx0" brushRef="#br0" timeOffset="28766.75">28349 8365 156 0,'0'-4'207'0,"0"4"-17"0,0-4-21 16,0 4-16-16,0 0-12 0,0 0-6 0,0 0-1 16,0 0 2-16,11 13-6 0,-5-5-3 15,2 0-10-15,-1 2-9 0,1 1-8 0,2 4 3 0,2-2-8 16,-3 5-7-16,2 6 8 0,-3-6-13 0,1 5-6 16,-4-3 1-16,0-1-9 0,0-1-5 0,-2 1-6 15,1 2-3-15,-3-4-7 0,0 3-5 0,0-1 0 16,1 0-8-16,-1-1-4 0,-2-2 3 0,1 0-6 15,0-3-3-15,0-2 0 0,1 1-1 0,-1-3-7 16,1 0-2-16,-1-2-9 0,2 0-32 0,-2-1-18 16,-2-4-15-16,2 3-27 0,-1-1-17 0,1-4-19 0,-4 3-26 15,4-3-27-15,0 0-60 0,-8-9-140 0,4 5-405 16,-2 0 180-16</inkml:trace>
  <inkml:trace contextRef="#ctx0" brushRef="#br0" timeOffset="29582.95">28291 8690 250 0,'-6'-3'268'0,"3"-3"-22"0,-1 1-8 16,0 0-5-16,2-1-6 0,-2 2-11 0,1-3-5 16,2 2-18-16,0 1-12 0,1-4-11 0,0 3-20 15,1 1-11-15,0-2-9 0,3-1-9 0,2 1-14 16,3-2-9-16,0 1-12 0,4-1-6 0,4 1-6 0,0-1-7 16,0-2-14-16,2 2-5 0,8-5 0 0,-4 1-3 15,3-1-7-15,1-1-2 0,-3 0-5 0,3 2-5 16,-3-2 1-16,-2-3-3 0,-1-1-3 0,-3 5-2 15,-4-3-4-15,0 4-1 0,-1-3 1 0,-4 1-4 16,4 2 3-16,-7 3-6 0,2-1 3 0,-2 3-5 16,1-3-7-16,-4 3 4 0,1 3-2 0,-1-1 2 15,-2 2 5-15,0-1-1 0,1 1-2 0,-2 3 1 0,1-6-4 16,-1 6 2-16,3-2-8 0,-3 2 4 16,0 0-3-16,0 0 6 0,0 0 0 0,0 11-5 15,-2-7 4-15,2 4-5 0,-1 2 1 0,0 1 6 0,-2 2-6 16,3 3 3-16,-4 2-3 0,2 2 6 0,-2 3-7 15,0-2 0-15,-1-2-1 0,3 1 6 0,-1 6 2 16,-2-7 0-16,2 1-4 0,1-1 0 0,-1-2 2 16,2 0 3-16,-1 0 0 0,4 0-2 0,-1-5-2 15,0 1-2-15,1-5 3 0,-1 3 1 0,2-2 3 16,-1-3-7-16,2 0 3 0,1-1 2 0,4 0-7 16,-3-4 0-16,5 0 3 0,1 0-2 0,0-3 1 0,-1 1 1 15,3-4 2-15,-3 0-6 0,1-1 3 0,1 0 3 16,-4-3-2-16,1-1 4 0,-1 3-7 15,-1-4 3-15,-3 5 0 0,1-4 0 0,-2 5-4 0,-1 0 1 16,1 1 5-16,-3-1-2 0,0 2-2 0,-1 3 1 16,0 0-2-16,0 0 4 0,0 0-2 0,0 0 1 15,0 0-5-15,-13 10 3 0,10-7 0 0,-1 4 0 16,1-2 0-16,-1 2 2 0,3-1-1 0,-3 3 0 0,4-3-7 16,0 1 3-16,0 0 2 0,3-3 5 15,-2 3-3-15,-1-1 2 0,4-1-1 0,0 0-12 16,2-1 19-16,-1 2-7 0,3-4 1 0,0 1 0 0,4 1-7 15,0-2 7-15,1-2-1 0,2 1-5 16,3-3 1-16,0 1 1 0,0-2 4 0,-2 0 2 0,2-2-2 16,-2 0 0-16,0-3-1 0,-2-1-2 0,0-3-2 15,-5 5 2-15,4-3-1 0,-3-4-5 16,-2 1 2-16,0 1 5 0,-2-1 0 0,-2 1 0 0,1-2-3 16,-3 1-2-16,0 2 8 0,-1 4 0 0,-1-5-4 15,0 2 1-15,0 3 1 0,0 0 1 0,-1 0-3 0,-1 2 3 16,1-2 1-16,0 4-3 0,-3 2 0 0,0-2-3 15,4 3 4-15,-11 0 3 0,11 0-6 16,-8 7 5-16,3-2-1 0,1 2-3 0,-1 2 3 0,-1 0-3 16,2 2-2-16,-1-1 4 0,-2 6 1 0,3-5 1 15,2 2-2-15,-2 3-2 0,4 1 0 0,-1 2 3 16,-2-2-3-16,3-1 2 0,4-1-5 0,0 1 5 16,-2-1 2-16,2 2 1 0,1-6-1 0,-1 3-2 15,5 0 1-15,0-4-1 0,1 3 3 0,-2-2-1 16,1-2-8-16,-1 0-46 0,-2 0-50 0,0-2-49 15,-2-3-42-15,1 1-40 0,-1-5-305 0,-1 3-582 0,-3-3 258 16</inkml:trace>
  <inkml:trace contextRef="#ctx0" brushRef="#br0" timeOffset="30467.99">25892 9586 151 0,'0'0'231'0,"-2"-1"-16"0,2 1-18 0,0 0-19 0,0 0-16 15,0 0-15-15,0 0-15 0,0 0-11 16,0 0-13-16,0 0-10 0,0 0-7 0,0 10-5 0,1-3-10 16,0-4-7-16,0 6 8 0,-1-4 0 0,3 4 4 15,-2 0 5-15,1 0-10 0,-1-2-7 0,0 5-6 16,0-6-5-16,2 3-4 0,-2 1-6 0,3 1 7 16,-3-1-6-16,-1-2-2 0,2 1-7 0,-2-2-1 15,0 1-2-15,1-3-8 0,0 1 3 0,0 0-4 0,1-1 1 16,0-1 6-16,0-2-1 0,0-1-1 15,2 3-2-15,1-3-3 0,-5-1-4 0,19-5-1 16,-8 5-3-16,6-6 6 0,0 0-10 0,1-2-4 0,-4-1 4 16,1 1-4-16,-3-4-2 0,-1 4 2 0,-4 0-2 15,2 0-1-15,-2 1 0 0,0 0-2 0,-2-1 1 16,-1 2-1-16,-1 2 4 0,0 0 6 0,0 0 4 16,-1-1 4-16,-1 2 1 0,1 0-7 0,-2 3 9 15,2-5 0-15,-2 5-8 0,1-4-3 0,-1 4-3 16,0 0-1-16,3-3 6 0,-3 3-11 0,0 0 0 15,0 0 1-15,0 0-4 0,0 0 1 0,0 0-2 16,0 0 0-16,5 14 3 0,-4-8 0 0,1-1-1 16,0 2-9-16,1 0 6 0,1 1-1 0,-2 2 2 0,2-1-2 15,2-1 1-15,-4-2 2 0,1 4-4 0,1-1 2 16,0-1-1-16,-1-3 0 0,3 4 2 0,-2 1-4 16,0-5-1-16,0-1-1 0,-1 1-7 0,1-2-21 15,0-1-26-15,0 1-20 0,-4-3-26 0,5 2-21 16,5-4-22-16,-5 0-22 0,3-1-11 0,1-4-6 15,1 1-4-15,3-5 3 0,2-5-24 0,-3 3-161 16,-2-4-399-16,8-3 177 0</inkml:trace>
  <inkml:trace contextRef="#ctx0" brushRef="#br0" timeOffset="31352.34">26384 9552 81 0,'0'0'225'0,"-4"-3"-3"0,4 3-2 0,-4-2-3 16,4 2-12-16,-5-4-11 0,1 3-11 0,4 1-13 15,0 0-13-15,-6-3-12 0,6 3-16 0,0 0-11 0,0 0-11 16,0 0-12-16,0 0-10 0,0 0-8 0,0 0-9 16,-5 8-9-16,6-3-6 0,2 0 4 15,0 2-14-15,5 1-4 0,-1 1-2 0,2 0-4 0,0 3-1 16,0 0-6-16,-2-4-1 0,2 6-6 0,1-1-1 16,-1-1-2-16,-2-1 0 0,-1 0-3 0,-1-1 1 15,0-1-3-15,-1 3 1 0,0-5-2 0,-3 0-1 16,-1 0-1-16,0-2 3 0,-1 2 0 0,0 0-4 15,-2-1 1-15,-5-1 1 0,2-1-2 0,1-1-1 16,-3 1-2-16,3-2 2 0,-4 2-2 0,3-3 3 0,0-1-5 16,6 0 1-16,-11-2 1 0,6-1 2 0,0 2-2 15,-1-4-1-15,3 5 4 0,3 0-11 0,-2-6 4 16,2 6-3-16,3-6 0 0,1 1 0 0,4 2 0 16,-2-2-1-16,3 1 2 0,0-2-2 0,1 1 7 15,3 1-2-15,1-1-6 0,3 0 0 0,2 1 2 16,-4-3 1-16,2-1-2 0,-2 3 4 0,2-2 2 15,-3-2-3-15,-1 3 1 0,1-3-1 0,-3 2 1 16,2-5-1-16,-4 5-1 0,1 1 0 0,-2-3 5 16,-2 2-5-16,-2-1 3 0,0 4-3 0,1-4 2 15,-4 3 0-15,3 1 3 0,-4 1-1 0,4-2 3 0,-3 3-3 16,-1-2 5-16,0 4-4 0,0-6 0 0,0 6-3 16,4-2 4-16,-4 2 0 0,0 0-4 0,0 0 3 15,0 0-5-15,0 0 4 0,0 0-3 0,-18 6 3 16,17 0 1-16,-3-4 0 0,-1 5-2 0,1-2 0 15,0 3 3-15,-1-1 1 0,1 4 5 0,-2-3-3 16,2 4 3-16,0-4-4 0,-1 4 4 0,3 0 0 16,-4-2 1-16,3 0-1 0,0 1 0 0,1-1 1 0,0 0 0 15,1-1 0-15,2 0-3 0,-1-2-5 0,2 1 3 16,0-3 0-16,1 4 3 0,0-3-5 0,3-2 0 16,0 2-1-16,1-1 0 0,1-1 3 0,4-4-2 15,-3 5-2-15,2-3-1 0,-2-1 0 0,0-1 0 16,4-1 0-16,-3-2-3 0,1-1 2 0,-1 2 1 15,1-3-2-15,-2-1 1 0,0 0-1 0,0 3-1 16,1-1 5-16,0-1 0 0,-1-1-5 0,-2 5 2 0,3-4 0 16,0 0-2-16,-1 2 0 0,-2 0 1 15,5 2 2-15,1 0-3 0,-4 1 1 0,1 0 0 0,3 0-1 16,-4 1 0-16,4 3 1 0,-3 0 1 0,3 0-2 16,-3 0-3-16,-1-1 6 0,-2 2 0 0,-1-3-1 15,-1 3-2-15,1 0 0 0,-2 0 0 0,0 0 1 16,-1-1 2-16,-1-1 0 0,0 3 4 0,0-1-5 15,-1-4 0-15,-1-1 0 0,-1 7 0 0,2-5 5 16,-1-2-2-16,-1 5 2 0,1-5 7 0,0 0 0 16,0 0 4-16,0 0 1 0,0 0 0 0,0 0 12 0,0 0 15 15,-12-12 8-15,11 8-5 0,-1-6-3 0,2-1-4 16,1 2 5-16,1-6-4 0,1 0 0 0,0-1 1 16,1 0-1-16,0 1 0 0,-1 3 1 0,3-3-8 15,-2 3 1-15,0 0-13 0,1 4 0 0,-2-3-2 16,4 3-9-16,2-2-9 0,0 1-44 0,-5 4-38 15,4 2-48-15,2-2-48 0,-5 1-29 0,3 2-42 16,-1-1-18-16,0-1-263 0,-1 3-571 0,-2-1 253 16</inkml:trace>
  <inkml:trace contextRef="#ctx0" brushRef="#br0" timeOffset="32799.92">22773 9210 11 0,'-5'-1'200'0,"-3"0"-3"15,8 1-11-15,-9-2-14 0,4 2-12 0,1-3-15 16,4 3-9-16,-5 0-13 0,5 0-14 0,-5-4-8 16,5 4-9-16,0 0-3 0,0 0-3 0,0 0-4 15,-8 0-1-15,8 0-1 0,0 0 3 0,0 0-4 16,0 0-1-16,-10-1-1 0,10 1-4 0,0 0-2 16,0 0-3-16,0 0-2 0,-7-1-2 0,7 1 0 0,0 0-5 15,0 0-22-15,0 0-1 0,0 0 1 16,0 0 0-16,0 0-1 0,0 0-3 0,0 0-2 0,0 0-5 15,0 0 2-15,0 0-7 0,25 2 1 0,-16-2-1 16,6-2-5-16,-2 1 1 0,5-4-1 0,1 2 1 16,2-2-6-16,-1-1 1 0,1 3-1 0,-2-2-4 15,1 3-13-15,-2-1-16 0,-4-1-24 0,-4 2-14 16,-1-1-18-16,1 1-19 0,-2 2-17 0,0-3-25 0,-2-2-18 16,2 4-19-16,-7-3-23 0,3 0-170 15,-3 0-399-15,-1 0 177 0</inkml:trace>
  <inkml:trace contextRef="#ctx0" brushRef="#br0" timeOffset="33083.83">22850 9032 121 0,'0'0'217'15,"-9"0"-22"-15,9 0-21 0,0 0-12 0,0 0-21 0,0 0-14 16,0 0-11-16,-8 4-13 0,8-4-7 15,-1 5-11-15,0 2-10 0,-1 1-5 0,1-1-6 0,0 2-5 16,-2 4-3-16,2-4 6 0,-2 4-3 0,1 0-3 16,0 2 2-16,1 2-5 0,-3-2-1 0,3-2-5 15,2 4 2-15,-1-1-4 0,0 2-5 0,0 0-4 16,3-2 2-16,-3 4-7 0,0-2-4 0,0 0-3 16,2-1-1-16,1 1-4 0,-2-3-1 0,0 2-1 15,2-6-3-15,0 5-2 0,-2-3-15 0,0-1-36 16,1 0-47-16,-2-6-42 0,2 5-30 0,1-8-33 15,-3 4-149-15,2-4-367 0,2 1 162 0</inkml:trace>
  <inkml:trace contextRef="#ctx0" brushRef="#br0" timeOffset="33453.03">22925 9102 18 0,'-6'-1'215'0,"6"1"-19"0,-18 2-18 0,11-1-20 15,-2 6-11-15,0-3-15 0,-1 2-8 0,-1 8-12 0,-2-1-7 16,4 3-14-16,-1-4-1 0,-3 3-14 0,3 2-6 16,2 0-5-16,-1-3-8 0,0 0-4 0,3 3-5 15,-2-1-1-15,3-4-7 0,-4 4-1 0,2-3 0 16,0 2-5-16,-1-4-4 0,2-4 0 0,-3 3-5 16,3-2-3-16,1 1-2 0,-3-2-2 0,4 0-1 15,0-2-8-15,0 0-34 0,1-1-30 0,1-1-36 16,-2-2-39-16,4-1-51 0,-7 0-124 0,7 0-328 15,-5-8 146-15</inkml:trace>
  <inkml:trace contextRef="#ctx0" brushRef="#br0" timeOffset="33716.82">22611 9176 74 0,'0'0'221'0,"-3"-4"-13"0,3 4-24 16,0-6-14-16,0 6-18 0,0-6-16 0,0 6-14 16,3-2-14-16,-3 2-12 0,0 0-8 0,11 0-11 15,-11 0-6-15,14 6-7 0,-7-3-7 0,0 2-5 16,1 2-2-16,2 3-7 0,0 2-2 0,2 0-7 0,-2-4 0 16,4 6-5-16,1 0-2 0,-3 1-6 0,3 2 2 15,-2-6-6-15,-4 4-1 0,4 0-1 0,-3-3 0 16,4 1-4-16,-5 0-3 0,1-5-24 0,2 1-32 15,-2-1-39-15,2-4-41 0,0 0-58 0,-1 0-115 16,-1-4-324-16,-1 2 144 0</inkml:trace>
  <inkml:trace contextRef="#ctx0" brushRef="#br0" timeOffset="34233.99">22689 10207 183 0,'0'0'216'16,"0"0"-10"-16,0 0-11 0,0 4-12 0,0-4-14 15,0 0-12-15,0 0-16 0,0 0-6 0,0 0-10 16,0 0-5-16,0 5-5 0,0-5-5 0,0 0 3 16,0 0 4-16,7 3 11 0,-3 0-10 0,-4-3-11 15,7 0-6-15,-2 2-8 0,2-2-9 0,6 2-5 0,-3-1-7 16,4 0-5-16,2-1-6 0,0-1-8 0,5 0-7 16,-1-1-3-16,1 2-2 0,-5 0 4 0,3-2-19 15,0 4-1-15,-6-4 3 0,0 2-31 0,-1 0-31 16,-3 0-27-16,-2 0-32 0,2 0-23 0,-9 0-13 15,9 0-9-15,-9 0-5 0,4 0-1 0,-4 0-6 16,0 0-4-16,0 0-3 0,0 0-6 0,0 0-14 16,0 0-130-16,0 0-332 0,0 0 146 0</inkml:trace>
  <inkml:trace contextRef="#ctx0" brushRef="#br0" timeOffset="34503.97">22805 10078 93 0,'0'0'283'0,"-4"-4"-18"0,4 4-14 0,-4-3-25 16,4 3-24-16,0 0-22 0,-1-5-17 0,1 5-16 15,0 0-15-15,0 0-16 0,0 0-8 0,4 13-11 16,0-6-10-16,-2 0-9 0,1 1-10 0,2 3-3 16,-3-1-8-16,1 1-6 0,-1 0-7 0,1 4-2 0,0-3-4 15,-1-1-2-15,1 0-4 0,-2 2-7 0,0 0 0 16,2-3 0-16,-3 2-3 0,1-2-3 0,-1 1-3 15,0 2 0-15,2-3-1 0,0 2-3 0,0-2 4 16,0-1-6-16,-1 1 0 0,0-5-7 0,-1 3-29 16,2-2-33-16,1 0-34 0,0-2-35 0,-2-2-31 15,4 1-19-15,-5-3-52 0,0 0-137 0,13-7-399 16,-9 2 177-16</inkml:trace>
  <inkml:trace contextRef="#ctx0" brushRef="#br0" timeOffset="34769.18">22958 10139 136 0,'0'0'186'0,"-4"-2"-16"16,4 2-16-16,0 0-18 0,0 0-6 16,-6 10-10-16,2-5-8 0,2 4-9 0,-5-1-5 0,2 1-13 15,-2 2 2-15,3-2 0 0,-1 3-8 16,-3 0-7-16,0-1-6 0,2 0-2 0,-3 1-2 15,1-3-2-15,-2 3-4 0,2-4-2 0,-1 1 1 0,-1-1-6 16,0 0-4-16,1 0-3 0,-1-2-3 0,0 1-7 16,-2 1-7-16,-1-4-17 0,3 1-33 0,1-1-39 15,-1-1-46-15,-2-3-22 0,7 0-32 0,-7 0-156 16,3-4-346-16,1-3 153 0</inkml:trace>
  <inkml:trace contextRef="#ctx0" brushRef="#br0" timeOffset="34983.03">22707 10155 135 0,'2'-3'185'0,"-2"3"-21"16,5-2-12-16,-5 2-3 0,0 0-8 0,14 2-9 15,-9 1-11-15,3 2-8 0,1-1-2 0,1 4 1 16,-1-2-11-16,5 6-8 0,-1-2-6 0,-4 0-8 16,1 2-11-16,-1-1-4 0,1 2-5 0,3 1-7 15,-7-4-5-15,2 1-5 0,0-2-5 0,-1 2-4 0,1-2-2 16,-1-1 0-16,2 0-3 0,3 0-6 15,-1-2-5-15,1-3-27 0,6 2-38 0,-4-4-34 0,-1 1-41 16,6-5-30-16,-7 2-179 0,-2 1-360 0,-1-2 160 16</inkml:trace>
  <inkml:trace contextRef="#ctx0" brushRef="#br1" timeOffset="51450.11">22181 8118 15 0,'0'0'81'0,"0"0"-3"0,-1-5-2 0,1 5-8 16,0 0-1-16,0 0-5 0,0 0-5 0,0 0-7 16,0 0 6-16,-1-5-6 0,1 5-8 15,0 0-5-15,0 0-3 0,0 0-2 0,0 0-5 0,1-4 10 16,-1 4-11-16,0 0-4 0,0 0-7 0,0 0 1 15,0 0 4-15,0 0 5 0,0 0 1 0,0 0-1 16,0 0 1-16,0 0 5 0,0 0-2 0,0 0-5 16,0 0-2-16,0 0 1 0,0 0 5 0,0 0-4 15,0 0-5-15,0 0-3 0,0 0 1 0,0 0 3 16,0 0 1-16,0 0-5 0,0 0 6 0,0 0 5 16,0 0-3-16,0 0 2 0,0 0 4 0,0 0 1 0,0 0 1 15,0 0-3-15,0 0-6 0,0 0 5 16,0 0-2-16,0 0-1 0,0 0-2 0,0 0 1 0,0 0-5 15,0 0 2-15,0 0-2 0,0 0-1 0,0 0-4 16,0 0 3-16,0 0-2 0,0 0 0 0,0 0-4 16,0 0-1-16,0 0 1 0,0 0-5 0,0 0 2 15,0 0-3-15,0 0 2 0,0 0 1 0,0 0 5 16,0 0-7-16,0 0 3 0,0 0-3 0,0 0-1 16,5-1 0-16,-5 1-1 0,0 0 2 0,0 0-2 15,0 0 2-15,0 0-3 0,10 0 1 0,-10 0-1 0,8 0-1 16,-8 0 0-16,13 1-1 0,-8-1 4 15,0 0-5-15,0 3 4 0,1-3-2 0,-6 0-2 0,12 0 4 16,-7 0-1-16,-5 0 17 0,15 0-2 0,-7 0-2 16,-3 0-1-16,3 0 0 0,-8 0-5 0,15 0-1 15,-7-3 2-15,-3 3-4 0,5 0 4 0,-10 0-5 16,13 0 1-16,-1 0-2 0,-2 0 1 0,-4 3-2 16,3-3 1-16,4 0-5 0,-2 0 3 0,0 0-1 0,1 0 2 15,1 1 0-15,1-1-4 0,-1-1 2 0,5 1 1 16,-5 0-6-16,4 0 5 0,-1 0-5 15,-1-4 6-15,3 1-1 0,0 1 3 0,-5 0-2 0,2 1 0 16,-2-1-1-16,1 1 2 0,-1-1-4 0,-2 2 0 16,3-4 3-16,-1 3-3 0,1-1-1 0,-2 1 1 15,2-2-2-15,-3 2 1 0,2 1 3 0,1-3-1 16,-4 3 1-16,8-2-3 0,-4 2-4 0,4-3 5 16,-5 2 1-16,1-1-1 0,3-1 3 0,2 0-2 0,0 3 3 15,-4-3-6-15,4 2 2 0,-5-2-3 16,4 2 2-16,-5 0 3 0,1 0 1 0,0-1-4 0,0 2 1 15,-2-3 1-15,1 2 0 0,2 0 1 16,-1-2-2-16,0 2 0 0,-1 0-1 0,1-1 3 0,-1 1 0 16,3 0-1-16,-3 1-1 0,4 0-1 0,-2-3 3 15,-1 0-4-15,3 3 4 0,2-1-3 0,-3 1-6 16,4 0 8-16,-1 0-2 0,-3-1 1 0,2 1-1 16,-5-2 0-16,6 0 4 0,-5 1-2 0,-1-1 3 15,1 0-2-15,-1-1-2 0,-2 3 1 0,6 0-2 16,-3-1-1-16,-2 1-1 0,0-2 5 0,0 2-2 15,-1 0 0-15,3-1-1 0,-2 1 3 0,-1 0-3 16,1 0 0-16,-1 0 0 0,3 0 1 0,-1 0-1 0,1 0 0 16,3 0 4-16,1 0 1 0,-5 0-2 0,2 0-1 15,-2 0 2-15,8 1-3 0,0-1 2 0,-5 0-2 16,2 0 1-16,0-1 5 0,0 0-5 0,1-1 3 16,-6 2 2-16,6-2-2 0,-1 2-1 0,0-4 1 15,0 2-1-15,1 1 2 0,-1 0-6 0,0-1 3 16,1 0 0-16,1 1-1 0,-2-1 3 0,4 1 0 15,-4 1-5-15,1-1-1 0,0-2 2 0,2 3 3 0,-2-1-2 16,0-1 1-16,-5 2-6 0,4-1 5 16,-1 1 1-16,-3 0-2 0,0-1 2 0,-2 0-2 15,1 2-4-15,0-1 6 0,6-1-2 0,-1 2 2 0,-1-2-1 16,-2 2 1-16,0-1 3 0,6 0-1 0,-2 0-3 16,-1 0 1-16,0-1 1 0,-2 1-1 0,4 0 0 15,-4-1 3-15,2 1-1 0,-3 0 3 0,5 0 0 16,-4 1 0-16,2-1 2 0,0-1-1 0,-1 0 2 15,4 1-3-15,-3 0-1 0,0 0 2 0,1-1 1 16,0 2 3-16,-1-5 1 0,0 4-5 0,5 0-2 16,-2 0 5-16,0 0-2 0,1-2 5 0,-1 2 2 0,0-2 3 15,7-1 4-15,-5 1 0 0,-5 0 0 0,3 1-1 16,-1-1-2-16,-2-1 1 0,0 0-3 16,-4 2-1-16,0 0 0 0,0 0-4 0,1 0 1 0,-4-2-1 15,3 2-4-15,-2 0-2 0,0 1 2 0,2 0 1 16,-1 0 0-16,1-2-6 0,-4-1 3 0,4 3-4 15,0-2 2-15,-1-1 1 0,1 2-2 0,-1-1 1 16,1 1-10-16,-1-2 9 0,4 3-1 0,2-3-5 16,-7 1 5-16,2-2 0 0,5 2-1 0,-1-1 1 15,-4 2 0-15,3-1-2 0,0-1 1 0,-5 3-2 16,2-2 1-16,-1 0 0 0,2 1-4 0,4-2 6 0,0 0-5 16,0 3 5-16,-1-1-4 0,2 0 4 0,-3-2-4 15,2 1 2-15,0-1 0 0,-1 1 0 16,0-1 0-16,0-1-1 0,1 4 0 0,1-3 0 0,-2 1 3 15,3-1-5-15,0 1 4 0,0-3-1 0,-1 4 0 16,3 0 1-16,5-2-3 0,-5 2 1 0,-2 0-3 16,1-2 4-16,6 2-1 0,-2-2 5 0,-5 3 1 15,-2-2-1-15,3 0-3 0,-3 1 2 0,3 0 1 16,-2-2 1-16,1 3-1 0,-2-1 1 0,0 1 3 16,0-3-2-16,0 2-1 0,0-1 2 0,-2 2-3 15,6 0 3-15,-4-1-1 0,3 0-1 0,0 1-2 0,-2-1 0 16,2 1 2-16,7-1 0 0,-2 1-6 0,-6 1 5 15,8-2 0-15,-1-1-1 0,-7 2-1 0,5 0 0 16,-4-3 0-16,2 3 2 0,-6-2-2 0,5 1 0 16,5 1 1-16,-6-2-4 0,6 0 5 15,-4 3 2-15,2-4 2 0,-4 3-3 0,-2 0 3 0,-1 0 1 16,3 0-1-16,-2-2 1 0,2 1 0 0,-4 0 1 16,1 1-2-16,1-1-2 0,0 1 4 0,0 0-6 15,-2 0 2-15,3 0 1 0,-2 1 1 0,1-1-2 16,3 0-5-16,4 0 3 0,-8 0-8 0,2 1 6 15,9-1 0-15,-3 1 0 0,3 0 1 0,-9 0 0 0,7-1-1 16,-6 2-1-16,0-2-2 0,-2 1 4 0,3 0-2 16,-2-1-2-16,6 2 3 0,-6-1-3 15,2 1 3-15,-1-4 2 0,-3 4-4 0,3-2-1 0,-3 0 0 16,0 0 3-16,6 3-1 0,-5-3-1 0,8 2 1 16,-7-1 3-16,-1-1-2 0,3 2-2 0,-2-1 3 0,0 1-1 15,7-2 1-15,-5 1 2 0,-3 2-5 16,1-3 0-16,0 0-4 0,-2 0 6 0,1 0-4 15,-2-3 1-15,3 2 1 0,0-2 2 0,-3 3-3 0,0-1 3 16,1-1-2-16,-1 0-1 0,0 2 1 0,0-3-2 16,0 3 1-16,0 0-1 0,0-2 1 0,1 2 0 15,2-1 3-15,-4 1-6 0,5 0 3 0,-4 1-1 16,2 1 1-16,-1-4 2 0,-1 2 1 0,0-1-4 16,0 2-2-16,0-2 6 0,2 1-3 0,-2 0-3 15,0-2 2-15,-1 4 1 0,-1-2 1 0,5 0 2 16,-3 0 0-16,1-2-3 0,0 1-1 0,0 1 2 15,2-1-1-15,-3 1-4 0,3 0 3 0,-2-2 0 16,4 2 1-16,-5-1 3 0,4 0-3 0,-3 0-1 16,2 1 2-16,-1-1 1 0,-1 2-4 0,-1-3 3 0,0 2-3 15,-3-3 1-15,1 3 3 0,-5-1-2 0,8-1 1 16,-6 1 1-16,1 0 1 0,-1-1-8 0,-1 1 6 16,-1-1 0-16,0 0-2 0,-1 2-1 0,2 0 2 15,-2-3-1-15,2 1 0 0,-3 1 4 0,2 0-3 16,-4 1-1-16,2 0 1 0,-2 0 0 0,2 0-2 15,3 0 1-15,-1 1 1 0,-2-1-1 0,4 1 2 16,-3-1 0-16,-1 0-1 0,5 2-1 0,-2-2 1 16,-2 1-3-16,0-1 2 0,2 0 0 0,0 2-1 15,-1-2 1-15,-4 0 2 0,6 0-2 0,-3 0 0 0,2 0 4 16,-3 1-3-16,0-1 2 0,2 1-1 0,3-1-2 16,-1 3-1-16,-2-3 2 0,-1 1 1 0,1-1-2 15,3 1 4-15,-4 0-3 0,4 0 0 0,-3-1-2 16,-1 3 5-16,2-3-2 0,-2 0 0 0,1 0-1 15,-2 0-1-15,-3 3-1 0,2-3 3 0,2 1-3 16,2-2 6-16,-5 1-3 0,2 0 1 0,0 0-2 16,0-3 3-16,0 3 0 0,3 0-2 0,-1 0 0 15,-2-1 0-15,5 1 0 0,-5-2-3 0,0 2 3 0,4-1-2 16,-3 0-1-16,3 0-1 0,-3 1 2 16,0 0-1-16,-1 2 0 0,4-1 0 0,-5-1 3 0,-2 0 0 15,3 0-1-15,1 2-1 0,-5-2-1 0,2 0 1 16,0 1 1-16,0-1-1 0,-7 0 2 0,11 0-1 15,-5 0-1-15,1 0-2 0,-2 3 2 0,0-2 0 16,-1 0 1-16,-4-1 0 0,9 1 0 0,-9-1-1 16,10 1 0-16,-10-1 1 0,4 1-2 0,-4-1 3 15,0 0 0-15,8 2-4 0,-8-2 1 0,0 0 1 16,0 0 1-16,4 1-5 0,-4-1 0 0,0 0 3 16,0 0 3-16,0 0 0 0,0 0-6 0,2 3 3 15,-2-3 2-15,4 1-2 0,-4-1 2 0,0 0-1 16,0 0 0-16,0 0 2 0,0 5 0 0,0-5 1 0,-1 6 1 15,2 0 1-15,-1-6-4 0,0 2-1 0,0 4 4 16,5 0-6-16,-4-3 3 0,-3 2 3 0,2 2-3 16,1-1-1-16,-1 2-4 0,0-3 8 0,4 5-6 15,-4 0 7-15,-1-1-2 0,2 3 2 0,-1-2-1 16,0 1-2-16,1 1 2 0,-1-1 0 0,0 2-1 16,3-1 0-16,-2 1 2 0,-2 2-1 0,1 2-3 15,-3-2 4-15,6 1 1 0,-6 1-7 0,2 0 5 0,0 0 1 16,1-1-8-16,-2 2 7 0,1 3-1 0,-4-3 1 15,5 1-2-15,-4 0-5 0,2 0 6 0,-1 1 0 16,2-1-1-16,-2 1 1 0,-1 8 1 0,4-4-1 16,-1-3 1-16,1-2-2 0,0 0 2 0,0-2-1 15,0 1 3-15,0 1-4 0,0-2 1 0,4-1 4 16,-3 2 1-16,3-2-2 0,0 0 0 0,-3 0-2 16,2 0 4-16,-2 0-3 0,4 2-1 0,-2 0 1 15,-2-2-1-15,0 2 2 0,-1-1 0 0,3 2-4 0,-2 0 1 16,0-2-5-16,-1 2 4 0,4 0 2 15,-2 3 2-15,-2-5-2 0,1 0 0 0,-2 1 0 16,1-1 1-16,2 0-2 0,1 1-4 0,-3-6 1 0,1 5 5 16,3 0 0-16,-2-2-2 0,1 1 1 0,-2-1 0 15,3 2 0-15,-3-5-1 0,2 5 0 0,-2-6-2 16,2 6 2-16,0-1 0 0,0 2 0 0,1 2-1 16,-3-3-3-16,4 0 2 0,-1-2 3 0,-1 0-1 15,-1 1-3-15,-2-3 0 0,1-1-2 0,2 5 4 16,0-3 3-16,-2 2-5 0,-1-1 5 0,1-5-3 15,0 4 0-15,2-1 2 0,-2 1-1 0,1-3-1 16,0 1 2-16,0 1-3 0,2 1 0 0,-1 2 5 16,0 0-4-16,-2-2-1 0,1 2-1 0,0 0 1 15,-1-5 3-15,3 5-2 0,-3-4 3 0,2 0-3 0,1 3-2 16,-2-3 0-16,0-1 3 0,0 2 1 0,2-3-4 16,-2 2-1-16,-2 0 2 0,1 0 1 0,1-2-2 15,-2 4 1-15,2-2 0 0,-2 3 3 0,0-3-2 16,4-2-1-16,-4 3-1 0,0 0-3 0,2-1 5 0,-2 1-3 15,2-1 2-15,-1-1 0 0,-1-1-4 16,2 2 7-16,0-4-2 0,1 4 1 0,-1-2-2 0,-1 0 1 16,3-1 1-16,-2 4-1 0,0-2-6 0,-2-1 8 15,1 2-1-15,3 2 0 0,-4-4-3 0,0 0 0 16,2 2 4-16,-4-1 0 0,2-2-2 0,0 2 4 16,0 0-3-16,-4 0 0 0,3-2-2 0,1 1 1 15,-4 1 3-15,0-2-1 0,3 0-2 0,1 1-2 16,-2 0 1-16,-1 1-3 0,3-3 3 0,0 2-2 15,-4 1 1-15,4-1 3 0,0 0 1 0,0 1-5 16,0-2 5-16,-1 3-2 0,-1 0 1 0,2 0 1 16,0 0-6-16,0-2 1 0,-2 2 5 0,4 2-4 15,0-2 2-15,-2 0 2 0,1 0-2 0,-1-1 1 0,0 0-3 16,0 0 0-16,0-2-1 0,-1 0 4 0,1 2 2 16,-2 0-4-16,2-4-5 0,-4 2 1 0,2 2 6 15,-3-2-1-15,-1-2 0 0,0 1-2 0,-1 1 4 16,3-3 1-16,0-1-6 0,-5 1 5 0,2-3 0 15,0 2-1-15,0-2-1 0,3-1-1 0,-1 4 5 0,2-6-3 16,-2 3 0-16,3 0-1 0,-2-1 2 16,4-2-7-16,0 0 1 0,-7 1 2 0,7-1 3 0,0 0-2 15,-5 1 3-15,5-1 1 0,0 0-7 0,-5 1 7 16,5-1 0-16,0 0-3 0,0 0 1 16,0 0-1-16,0 0 0 0,0 0 0 0,-7-5 1 0,7 5-2 15,0 0 1-15,-2-3-3 0,2 3 4 0,-5-3-3 16,5 3 3-16,0 0-2 0,-5-2-1 0,5 2 3 15,-4-2-1-15,4 2-1 0,-6-2-3 0,-2 1 0 16,8 1 3-16,-6-2 0 0,-1 0 0 0,2 2 0 16,-3-3-2-16,1 3 3 0,-1-1 0 0,0 1-1 15,8 0 1-15,-15-1-2 0,6 1-1 0,-2 1 3 16,-1-1-3-16,1 0 0 0,0-1 3 0,-3 2-1 0,3-2 0 16,-3 1 0-16,-3 0-1 0,-2-1 0 0,2 1 0 15,-2 0-4-15,5 0 0 0,-1 0 5 16,-5-1 0-16,2 1-3 0,-4-1 3 0,2 1-5 0,-10-5-12 15,1 1 0-15,-1 2-1 0,2 1-1 0,-2 1 5 16,1-3 0-16,-4-1 3 0,3 3 2 0,0 1-2 16,-2-1 2-16,0-4-4 0,2 4 4 0,0 0 1 15,1 0-1-15,-1-2 3 0,3 1 1 0,-2 0-1 16,-2 0 1-16,-3-3-1 0,3 3 0 0,4 1 2 0,-7-2 0 16,2-1-2-16,0 2 2 0,0 0 0 15,0 0 2-15,0 0-2 0,0 2 4 0,-2 2-2 0,3-4-1 16,-1 2 2-16,0 0-1 0,2 2-1 15,0-1 2-15,1-1 2 0,-2 3 0 0,0-3-1 0,1 0-1 16,-1 2-6-16,-1-2 9 0,0 0 0 0,1-2-7 16,1 2 5-16,0 0-4 0,9 2 7 0,-1-2-1 15,-9 0-1-15,3-2 1 0,-2 2-6 0,10 0 4 16,-3 0 0-16,0 0-5 0,3 0 1 0,0 0 6 16,-1 0-2-16,3 2 2 0,-1-2-2 0,-3 3 0 0,4-3 1 15,-1 1-3-15,0 0-1 0,1-1 3 16,0 0-4-16,0 2 5 0,-3-2 2 0,0 0-3 15,-1 0-2-15,2-2-1 0,-11 0 1 0,3 2 0 0,0 0-2 16,-1-3-2-16,8 3 4 0,2 0-4 0,0 0 5 16,1 0-1-16,-1 3 2 0,1-3-5 0,0 2 5 15,0 0-5-15,-3-1 6 0,4-1-1 0,0 2-6 16,3 0 8-16,0 1-1 0,-2-3-8 0,-1 2 9 16,0-2-1-16,-2 3-7 0,0-1 8 0,2 0-1 15,0 0 2-15,-3-1-4 0,0 0 4 0,0-2-5 16,-8 0 3-16,-3-1 0 0,0 0 1 0,-2 2-4 0,2-1 2 15,-1 0 0-15,3 0 2 0,2-1-5 0,6 4 3 16,1-1 0-16,5 0 2 0,-6 2-1 16,4 0-1-16,1 2 1 0,2-4 1 0,1 2-2 0,-5 0-3 15,2 1 3-15,3-1-1 0,-1-1-1 0,1 3 1 16,-6-4-1-16,0 3 0 0,1 1-1 0,-4-2-3 16,3 1-2-16,-8 1-6 0,-1-2-9 0,8 0-2 15,-2-2-5-15,-6 2 1 0,0-1 0 0,0 1 3 16,-2-3 4-16,8 0 3 0,1 3-1 0,0-3-1 15,3 2 5-15,-5 2 4 0,6-3 2 0,0 2-1 16,-1-1 0-16,0 0 2 0,-1 1 0 0,0-2 3 0,-2 4 1 16,2-2-1-16,-11 2 1 0,3 3-1 0,-1-3 2 15,0 1 3-15,-2-3-3 0,1 1 3 0,-2 0-3 16,-1 0 1-16,0-3 3 0,0 2-1 0,-1-4-2 16,-3 2 2-16,-4-1 1 0,2 0 0 0,1-1 3 15,-14-3 5-15,15 2-4 0,3 1 2 0,-3 1 0 16,2 0 4-16,0-1-1 0,0 1-2 0,1 1 2 15,2-1-4-15,-1 0 1 0,0 3-2 0,4-1-1 0,-4 1 2 16,3-3 0-16,0 5-2 0,-2-5 2 16,0 3-2-16,4-1 0 0,-6 0 0 0,2 0 2 15,1-1-4-15,-3 5 1 0,-3-4 2 0,-3-1 1 0,2-1-2 16,-1 0-1-16,1 1 1 0,1-2 0 0,3 1 2 16,-2 0 0-16,0-1-4 0,0-1 2 0,3-3-1 15,2 3 2-15,-1-2-2 0,0 1 1 0,-1 1-1 16,0-3-1-16,4 4 1 0,-4 1-1 0,2-3 3 15,-1 2-1-15,0 1-2 0,-1-2 1 0,-1 2-2 16,0 2 2-16,-2-2 2 0,2 1-2 0,-3 0 3 16,7 1-3-16,-7-1-6 0,6 2 8 0,3 1-4 0,0-2-1 15,5 1 5-15,2-2-4 0,2 2 2 0,4-2 1 16,1 2-5-16,-1 0-2 0,2-3 7 0,2 0-5 16,-3 1 5-16,3-2 2 0,0 2 0 0,-2-1 4 15,2 0-1-15,1 0 4 0,-3 1-4 0,0-1-4 16,-1-1 0-16,0 1 0 0,-2 0-1 0,-3 1 5 15,-2 0 1-15,2 0-2 0,-4 2-8 0,0-2 8 16,2 0-1-16,3 4 2 0,-4-5-1 0,4 4-7 16,-1-3 4-16,0 0 0 0,2 0 2 0,-2 1-1 15,6 0-2-15,-2-2 3 0,4-2 1 0,-2 2 6 16,1 0 3-16,-1 0 8 0,2 0 0 0,-4 0-2 0,1 2 0 16,1-1-1-16,-2 1 1 0,0-2-3 0,-3 4-3 15,-1-4 0-15,-1 3-5 0,-3-3 4 16,4 2-1-16,0-2-8 0,-3 3 3 0,5 0 1 0,-4-1-1 15,3 0-4-15,-2 1 4 0,1-1-6 0,4-2 5 16,0 2-1-16,1-1 0 0,-1-1-1 0,4 0-1 16,-3 0 6-16,4 0 7 0,4 0 13 0,-4 0 0 15,9 0 5-15,-10 0 4 0,6-1-6 0,0-1-2 0,4 2-3 16,-3-6-4-16,1 3-5 0,2 3-2 0,0 0 0 16,2-7-3-16,-2 7 2 0,-2-6-9 15,2 6-18-15,0 0-24 0,-1-4-9 0,1 4-11 0,0 0-12 16,-8 0-8-16,8 0-7 0,-14 4 4 15,7-1 4-15,-1 0 10 0,-2-2 2 0,-1 0 8 0,4 1 4 16,-2 1 7-16,-3-1 6 0,5 0 0 0,0-1 5 16,0 1 5-16,0-2 5 0,2 2 5 0,5-2 0 15,-9 0 7-15,9 0 3 0,-11 0 10 0,11 0 5 16,-8 0 0-16,8 0 1 0,-8-4 0 0,8 4 1 16,-6 2-2-16,6-2-2 0,-9 2 0 0,5-2-1 0,4 0-2 15,-5 2 0-15,5-2-1 0,0 0-7 16,-9 1-29-16,9-1-43 0,-5 0-49 0,5 0-40 15,-8-7-259-15,7 4-458 0,0-4 203 0</inkml:trace>
  <inkml:trace contextRef="#ctx0" brushRef="#br1" timeOffset="52902.89">22355 8263 28 0,'0'-5'95'0,"0"5"-12"0,0-5-2 0,0 5-8 0,0-7-3 15,0 7 5-15,0-4-3 0,0 4 5 16,0-5 4-16,0 5 14 0,-1-6-5 0,0 3 5 16,1 3-8-16,-3-3 2 0,3 3-3 0,-1-5-7 0,1 5-1 15,0 0-1-15,0 0-3 0,-3-6-2 16,3 6-6-16,0-3-4 0,0 3-4 0,0 0-4 0,-4-3-2 15,4 3-1-15,0 0-5 0,-1-4-5 0,1 4-3 16,0 0-2-16,0 0-5 0,0 0-5 0,0 0 2 16,0 0-5-16,0 0-3 0,0 0 0 0,0 0-4 15,0 0-2-15,-8 9-2 0,8-3-3 0,0 0 1 16,-1 3-3-16,1 2-1 0,0 1 1 0,0 0-3 16,0 5 2-16,-1 7 2 0,-2 1-3 0,1 1-2 15,2 0 0-15,-7 1 5 0,6 2-6 0,-3 0 2 16,4 3-1-16,-1 1-1 0,-2-2-2 0,3 0 5 0,-1 1-7 15,1 2 2-15,0-2 5 0,0 0-4 16,-2 0 3-16,2 1-2 0,-2-2-1 0,4 1 3 0,-2-1 1 16,2-1-2-16,-2 1 1 0,1 1-1 0,2-1 0 15,1-1 3-15,-2-1-4 0,2 2 0 0,4 2 1 16,-6-3 2-16,5-2-2 0,-1 1 1 0,3-2 0 16,1 5-3-16,-1-6 1 0,-1 3 0 0,3-2 2 15,-3-1-1-15,0 1 1 0,0 2 1 0,0-2-1 0,-1 2-3 16,-1-4 2-16,-1 1 0 0,2-2-1 15,-6-5 2-15,1 1-1 0,0-1 0 0,-2 0-2 0,2-1-3 16,-2 0 6-16,0-2-3 0,0 0 2 0,-2-2-3 16,4 1 2-16,-4-4-2 0,2 2 4 0,0 2 0 15,0-3-2-15,0 2 0 0,2-3-2 0,-2 1 3 16,2 0-3-16,-2-1 1 0,2 4 0 0,2-1-1 16,-3 0 0-16,1-3 1 0,0 1-2 0,2 2 2 15,-3-1 1-15,4 0-1 0,-3-3 1 0,-1 1-1 16,1-2-1-16,2 3-2 0,-4 0 4 0,0-2-2 15,2 2-2-15,0 2 5 0,-2-2-4 0,0 3 4 16,0-4-1-16,0 4-3 0,0-4 2 0,1 1 2 16,-2-1 0-16,1 6-3 0,0-6-1 0,-2 1 1 15,2 1 1-15,-2 0 0 0,2-1 1 0,-2 3-2 0,0-1 0 16,0 2 1-16,-1-4 0 0,0-1-2 0,-1 1 2 16,3 0 0-16,-1 0 0 0,2-2 3 0,-2 1-4 15,2 2 2-15,0-1 0 0,2-2-1 0,-2 2-1 16,0-1-1-16,2-2 3 0,0 5 1 0,1-5-4 15,2 1 0-15,-2 0 5 0,1 0-4 0,-2-1 0 16,0-2 0-16,-2-1 2 0,3-1-1 0,-1 3 2 0,-2 1-2 16,0-2-3-16,0-1 4 0,0 1 2 0,-2-2-2 15,0 2-2-15,1-1 0 0,-3 1-1 0,4-1 3 16,0-3-4-16,-2 4 1 0,2-2 0 0,0-5 1 16,-2 3 2-16,2-3 0 0,0 7-2 0,0-7 0 15,0 0 3-15,0 3-3 0,0-3 1 0,0 0-2 16,2 6-1-16,-2-6 3 0,0 0-3 0,0 0 1 15,2 1 2-15,-2 3 0 0,0-4 0 0,2 4-1 0,1-2-4 16,-3-2 4-16,4 5 0 0,-4-3 2 0,0 2-2 16,4 1 2-16,0-2 1 0,-3 0 3 15,2-1-5-15,-1 1-3 0,2-1-8 0,-4-2-27 0,0 0-29 16,0 0-36-16,13-6-46 0,-8 0-47 0,1-1-153 16,-3-4-375-16,-2-5 167 0</inkml:trace>
  <inkml:trace contextRef="#ctx0" brushRef="#br1" timeOffset="54171.8">27663 9376 6 0,'3'-5'152'0,"-3"5"-38"0,0-6 6 0,2 2 6 16,1 1 3-16,-3 3 5 0,2-5-5 0,-2-1-7 15,0 2 4-15,0 4 2 0,0-7 1 0,0 7-2 16,2-3-5-16,-2 3-13 0,0 0-7 0,1-4-15 0,-1 4-6 15,0 0-10-15,0 0-8 0,0 0-7 16,0 0-6-16,0 0-4 0,0 0-5 0,0 0 0 16,4 15-10-16,-3-6-1 0,0-3-2 0,1 5 10 0,0 0 1 15,0 1-1-15,-1 5-1 0,0 1 3 0,-1 1-3 16,1-1 4 0,-2 1-1-16,1 0-2 0,-1 6-3 0,0-6-1 0,-1 0-3 0,2 1-4 0,-4-2 1 15,4 0-1-15,-2 1-5 0,1-2-2 0,-2-2 2 16,2 1-5-16,-1 0 2 0,2-6-5 0,-2 3-5 15,-1-2 6-15,2-2-10 0,0 0 6 0,0 0-1 16,-1-3-1-16,2-2 3 0,0 3-3 0,-4-3-4 16,4 0 3-16,0-4-2 0,-2 5 3 0,2-5-1 15,-1 5-2-15,1-2-2 0,0-3 1 0,-3 2-11 0,3-2-23 16,0 0-24-16,0 0-20 0,0 0-19 0,0 0-9 16,0 0-23-16,0 0-13 0,1-11-15 0,-1 5-35 15,0 3-201-15,-1-1-418 0,0-2 185 0</inkml:trace>
  <inkml:trace contextRef="#ctx0" brushRef="#br1" timeOffset="54670.98">27520 9660 50 0,'0'0'180'0,"-4"-4"-2"0,4 4-15 16,0-5-11-16,0 5-14 0,8-8-17 0,-6 6-10 15,6-2-9-15,-3 1-14 0,5-2-4 0,1 1-10 16,-1 1-9-16,3 2-6 0,1-3-7 0,-3 1-6 16,3-1-3-16,-1 4-2 0,0-3-5 0,0 0-5 15,1 3 1-15,-1-1-7 0,-2 0 1 0,3 1-4 16,-1 0-6-16,-2 0 4 0,-2 1-3 0,3 0-5 16,-1 0 3-16,-2 1-5 0,2 1-2 0,-4-3 2 0,0 4 1 15,-2-2-6-15,1 1 2 0,2-1 2 16,-3-1-6-16,0 2 3 0,-3 1-2 0,2-1-1 0,-1 1 2 15,-1-1-2-15,1-1-6 0,0 5 9 0,-2-4 1 16,3 2-1-16,-3-1 2 0,0 3 1 0,2-3 0 16,-1 1-4-16,1 2 2 0,-1-1 0 0,1-1-1 15,-2 0-2-15,2 1 2 0,-1-1-4 0,1-1 4 16,2 0 2-16,-3 0-6 0,2 0 5 0,0 1 4 0,1-5 5 16,-1 1 3-16,3 2 2 0,0-3 2 15,2 0 5-15,-2-3 3 0,-1 2 1 0,0-2-1 0,-1-2 5 16,1 1 8-16,0-1 4 0,-5 0-8 0,3-2 0 15,-3-2-4-15,3 1 0 0,-5-4-1 0,-2 2 3 16,3 0-4-16,-2 0-2 0,-1 0 1 0,-1-1 1 16,-1 3 0-16,0-2-3 0,-1 1-3 0,2 4-2 15,-4-3-4-15,1 2 0 0,1 2-6 0,0 1-1 16,-1 0-4-16,1 3-2 0,6 0-32 0,-14 3-34 16,3-2-33-16,4 2-31 0,-4 0-43 0,1 2-58 15,-1-1-182-15,1 1-436 0,0 3 193 0</inkml:trace>
  <inkml:trace contextRef="#ctx0" brushRef="#br1" timeOffset="56283.09">23444 10110 102 0,'-4'-4'176'0,"3"1"-7"16,-3 0-14-16,1-2-6 0,1 1-9 0,-1 0-9 15,-1 3-11-15,3-7-3 0,0 4-2 0,-3 2-6 0,3-4 6 16,-2 2-9-16,2-1-8 0,-3 3-10 0,4-3-5 16,0 5-8-16,-4-7-9 0,0 4 1 0,3-1-4 15,-3 0 3-15,0 0-9 0,-1 2-5 0,0-2-4 16,0 3-5-16,-1 1-2 0,6 0-6 0,-17 0 0 16,8 2-9-16,-1 1 2 0,-1 2-3 0,2-3-7 15,-2 4 0-15,0-1-4 0,3 3-2 0,0 0-1 16,1 1 1-16,-1-2-4 0,3 3 3 0,0-1-2 0,1 2-3 15,0 0-1-15,2-2 6 0,-1 3-8 16,3-1 1-16,-5-1 0 0,5-3 0 0,0 1 0 0,0 2 0 16,0-4-2-16,3-1 3 0,-1 2-1 0,1-3 3 15,-1 0 3-15,2-2 2 0,1 1-2 0,-1-3 2 16,-4 0-3-16,10-1 1 0,-1-1-4 0,-2 0 5 16,-1-1-3-16,3-5 1 0,1 3-4 0,-2 0 5 15,0-2-4-15,0 1-2 0,-4 1 0 0,1 0-2 16,0-2 3-16,-1 2-3 0,0 0-1 0,0-1 2 15,-3 1 1-15,4-1-2 0,-3 1 2 0,0 1-1 16,-2 1-1-16,0-2-3 0,3 1 3 0,-3 4 0 0,0-5 1 16,2 2-1-16,-2 3 3 0,0 0 1 0,0 0-1 15,0-8 0-15,0 8 2 0,0-4 0 0,0 4 0 16,0 0-2-16,0 0-3 0,0 0 2 0,2-2 1 16,-2 2 0-16,0 0-1 0,0 0-3 0,0 0-2 15,3-3 4-15,-3 3-3 0,0 0 0 0,0 0-4 16,0 0 2-16,9 9 2 0,-4-4 0 0,-1-2 1 15,0 4-1-15,-3 0-1 0,3-2 1 0,0 5 1 0,-3 0 1 16,3 0 1-16,-1 2-3 0,-2-2 3 16,-1 2-1-16,0 0-1 0,0 4 1 0,0-2 12 15,0 2 1-15,-4 0-4 0,0-4-3 0,2 1 1 0,-6 2 3 16,4 1-7-16,-5-2 2 0,4 0 0 0,0-1-6 16,1-4 2-16,-1 1-3 0,1-1 5 0,-1 1-6 15,4-4 5-15,-1 1 1 0,0-2-1 0,-2 0-1 16,2-1 1-16,-1 1 2 0,3-3-6 0,-4 1 9 15,2 0 5-15,2-3-1 0,-4 2 1 0,-1-1-7 16,5-1 1-16,0 0-1 0,-13-3-3 0,13 3 6 0,-8-3-5 16,4 0 2-16,-1-1-10 0,0-1 0 0,0-1-15 15,0 2-31-15,0-2-21 0,0-3-20 16,2 3-37-16,-2-5-17 0,3 2-12 0,3-3-37 0,0 0-222 16,3 2-447-16,1-2 198 0</inkml:trace>
  <inkml:trace contextRef="#ctx0" brushRef="#br1" timeOffset="56785.49">23540 10235 130 0,'3'2'198'0,"-3"-2"-14"0,0 0-10 0,0 0-16 15,0 0-12-15,0 0-13 0,9-6-15 0,-3 4-11 16,1 0-12-16,1-1-4 0,2 1-11 0,-1-4-8 16,2 1-5-16,1 0-7 0,-2-1-3 0,3 1-7 15,-3-1-4-15,-2-2-2 0,5 3 5 0,-4-3 7 0,0 1 2 16,-2 0-4-16,0 0-4 0,-2-1-2 0,0 1 0 16,-1 1-3-16,-2 0-4 0,1 1 0 0,-2 0-3 15,2-1 2-15,-2 1-6 0,-1-1-2 0,0 2-7 16,0 4-1-16,-4-3 3 0,2-2-4 0,-1 1-1 15,-2 1-10-15,5 3 6 0,-9 0-8 0,9 0 4 16,-14 0-5-16,6 0 3 0,2 3-2 0,-2-2 0 16,-2 2 0-16,2 0-3 0,-1 2-1 0,-2-3-4 15,2 3 5-15,0 0-3 0,0 0 1 0,4-1-1 16,-5 4-1-16,3-3-5 0,1 3 4 0,-2-2 1 16,4 1 0-16,-1 1 2 0,0 1-4 0,3-2 0 0,0 3-5 15,0-2 5-15,2 1 0 0,0 1-1 0,2-3 3 16,-2 3-3-16,2-1 4 0,0-1-6 0,3-2 6 15,-1 5-3-15,1-4 3 0,-3-2-3 0,4 2 1 16,0 0 1-16,3-2-3 0,-5 0 5 16,7-1 0-16,1 0-9 0,-3-2 8 0,6 0-1 0,-3-2-4 15,6 0 0-15,-5 0-10 0,0-3-31 0,4-1-19 16,1 0-24-16,-3-1-17 0,-2 0-12 0,-1 1-16 16,4-7-12-16,-5 3-61 0,1-1-141 0,-2-1-371 15,-2 1 164-15</inkml:trace>
  <inkml:trace contextRef="#ctx0" brushRef="#br1" timeOffset="57200.36">23914 9907 208 0,'-3'-3'242'0,"3"3"-14"0,0 0-18 0,-1-2-20 16,1 2-21-16,0 0-17 0,0 0-11 0,0 0-21 16,0 0-10-16,0 0-11 0,0 0-9 0,9 12-9 15,-6-4-7-15,1 6-6 0,2 1-4 0,2 2-4 16,-5-2 0-16,1 2 19 0,1-2-26 0,1 1-6 15,-4 0 2-15,1-3 0 0,-1 3-1 0,2-3-1 0,-1 4-4 16,-1-5-1-16,1 3-5 0,-3-1-3 0,1-4 3 16,0 2-9-16,-1 0-3 0,0-3 1 0,0 3-6 15,0-2 0-15,2 0-2 0,-2 1-1 0,-2-3-4 16,2 0-1-16,-1-1 0 0,1 0-2 0,1 0-1 16,-2 0-2-16,1-1 3 0,1-1-4 0,-2 1-19 15,2-3-29-15,-1 0-24 0,0-3-32 0,0 6-24 0,0-6-20 16,2 3-17-16,-2-3-19 0,0 0-27 15,0 0-152-15,0 0-386 0,-3-12 170 0</inkml:trace>
  <inkml:trace contextRef="#ctx0" brushRef="#br1" timeOffset="57468.64">23862 10143 114 0,'0'0'220'0,"1"-6"-15"0,-1 6-12 0,5-6-22 16,-1 4-12-16,2-2-13 0,1 1-14 0,-1-1-11 15,6 3-11-15,0-4-14 0,1 3-9 0,5-2-6 0,-1 1-10 16,1 0-9-16,3 3-3 0,-5-4-4 0,4 3-8 16,-2 0-6-16,-4 0-3 0,4 1-6 0,-7 1-3 15,2-2-4-15,0 1-19 0,-2 0-23 0,2 1-18 16,-3 0-11-16,-3-1-15 0,1 1-5 0,0 2-12 0,1-1 1 15,-1-2-13-15,0 2-10 0,3-2-14 16,-1 1-156-16,3-2-292 0,1 1 130 0</inkml:trace>
  <inkml:trace contextRef="#ctx0" brushRef="#br1" timeOffset="58014.23">24913 9847 169 0,'-4'-3'182'0,"-2"1"1"0,2-2-10 0,1 1 1 16,1 0-8-16,2 3-14 0,-9-5-14 15,5 4-13-15,4 1-13 0,0 0-15 0,-10-1-7 0,10 1-9 16,-7 0-7-16,7 0-8 0,-8 5-10 0,5-2-4 15,-1 3 3-15,-1 4 14 0,3 1-6 0,-2 5-1 16,3 2-2-16,-1-1 1 0,1 4 0 0,1-3 0 16,0 0 0-16,1 2-2 0,2-2-5 0,-2 2 1 15,2-1-7-15,2 1-4 0,-3-1-2 0,1-2-6 16,0 2 4-16,0-1-4 0,1 0-2 0,-4 0-3 16,4-2-2-16,1 1-5 0,-3 0-2 0,0 0 1 0,4-2-5 15,-4 1 3-15,0-3-5 0,3-2-2 0,-3-1 0 16,0 1 2-16,2-2-4 0,0 0-1 0,-3-1-2 15,4 0 4-15,-1-2 1 0,-3-1-7 0,3 2-1 16,-4-2-21-16,4-1-30 0,-3 0-25 0,-1-1-26 16,0 2-22-16,0-5-15 0,0 4-17 0,0-4-10 15,0 0-9-15,-5 1-11 0,5-1-45 0,0 0-114 16,-15-4-367-16,7 4 164 0</inkml:trace>
  <inkml:trace contextRef="#ctx0" brushRef="#br1" timeOffset="58983.44">24709 10222 101 0,'0'0'191'16,"6"-6"-11"-16,-2 4-11 0,0-1-9 0,5 2-10 0,-3-3-12 15,3 0-8-15,4 0-15 0,-3 0-10 0,2 0-8 16,-1 3-10-16,2-2-11 0,0-1-6 15,5 3-8-15,1-2-4 0,-2 1-7 0,4 0-5 0,-2 0-5 16,-1-2-1-16,0 3-4 0,4-5-6 0,-7 6 1 16,3-2-5-16,-5-1-3 0,2 2-2 0,-2-2-4 15,0 0-1-15,1-2 0 0,-4 4-2 0,1-2-1 16,1 0-3-16,-3-1 1 0,-3 2-3 0,2-2 1 16,-3 2-1-16,0-2 1 0,-1 1 2 0,1 0-4 15,0-2 9-15,-1 5 4 0,0-4 5 0,-3 1 0 16,-1 3 0-16,4-4 1 0,0 0-3 0,-4 4-4 0,1-4 2 15,-1 4 4-15,3-4-9 0,-3 4 0 0,0 0-1 16,1-5-1-16,-1 5-3 0,0 0 2 0,0-4 2 16,0 4 2-16,4-4 7 0,-4 4 4 0,0 0-2 15,-1-5 2-15,1 5 0 0,-3-4-2 0,3 4-2 16,0 0 1-16,-4-4-3 0,4 4-5 0,0 0 2 16,-2-1-4-16,2 1-1 0,-4-3-1 0,4 3-5 15,0 0 2-15,-7-2-2 0,7 2-2 0,0 0 0 16,-5-3-1-16,5 3 1 0,0 0-1 0,0 0 1 15,0 0-3-15,0 0 0 0,0 0 0 0,-11 4-2 0,11-4 3 16,-8 1-3-16,8 2-1 0,0-3 2 0,-5 4 1 16,2 1-3-16,0-3-1 0,-2 1 2 15,2 0-1-15,-1 2 2 0,0-1 1 0,-1 1-4 0,1-2 1 16,0 2 2-16,3-1 0 0,-4-1-3 0,1 3 0 16,2 2 0-16,-1-2 1 0,1-1 3 0,0 1-4 15,1 1-1-15,1 0 2 0,0-1 0 0,0 1 4 16,1-2 2-16,3 0 9 0,-2 2 7 0,3-3 3 0,3 1-1 15,1 2 1-15,3-2-2 0,-2-1 5 0,-1 0-8 16,5-2-3-16,4 2-2 0,-5-1 1 0,5 0-3 16,0-3-1-16,-4 2-3 0,1-2-1 0,0 0 3 15,-1 0-1-15,-2-2-2 0,0 2-2 0,0 0-1 16,-3-6 3-16,0 4 1 0,1-2-6 0,-1 1 2 16,-4-1 1-16,3-1-2 0,-2 0 1 0,-3 2-1 15,1-1-3-15,-2-1 2 0,2 0 0 0,-1 1-4 16,-2-1 4-16,0 2 0 0,3-2-1 0,-1 0 1 0,-2 1-1 15,-1 1 5-15,5-2-1 0,-5 0-5 16,0 0-3-16,1 2 1 0,-1-3 5 0,0 1-7 0,0-1 2 16,0 2-1-16,0-3 1 0,0 5 4 0,0-6-1 15,0 6 1-15,0 2-2 0,0-8 0 0,0 3 0 16,-1 1-1-16,1 4 2 0,-5-3 1 0,4-1 0 16,1 4-1-16,-3-5-2 0,3 5 0 0,-5-3-1 15,5 3 14-15,0 0-14 0,-8 0-3 0,8 0 3 16,0 0 1-16,0 0-4 0,-14 4 1 0,13-3 3 0,1-1-1 15,-5 3 6-15,1 1-6 0,2-1-2 16,0 1 1-16,2 1 0 0,-1 0 2 0,1 0-2 16,-3 0 1-16,2 0 0 0,1 2-2 0,-2 0-1 0,0-1 8 15,2 2-5-15,0-4 0 0,0 3-2 0,2 0 3 16,0-2 0-16,-2 2-2 0,0 0 1 0,0-1 0 16,0 0 1-16,1-2 1 0,3 0-3 0,-2 3 5 15,1-3-3-15,5-1 2 0,-2 2 1 0,3-3 0 0,-1 2-3 16,1-3 0-16,5 2-27 0,-4-3-25 15,2-1-27-15,-3 1-36 0,2-3-15 0,2-1-23 16,-1 3-23-16,4-6-5 0,-4 2-18 0,-1-1-203 0,3-4-435 16,-4 3 192-16</inkml:trace>
  <inkml:trace contextRef="#ctx0" brushRef="#br1" timeOffset="59250.31">25548 9859 28 0,'0'0'78'0,"4"6"-3"0,-3 0-6 16,2-1-11-16,-2 0-3 0,2 0-3 0,-2-1-5 15,1 3-3-15,0-2 2 0,-1 0-9 0,3-1-1 16,0 2-12-16,1-1-3 0,-1-1 0 0,-2 4-4 16,2-3-2-16,0 0-6 0,-1 1-12 0,-1-2-11 0,2 1-31 15,0 1-67-15,-3-3-121 0,4 1 54 16</inkml:trace>
  <inkml:trace contextRef="#ctx0" brushRef="#br1" timeOffset="60458.21">25652 10096 35 0,'-8'0'190'0,"8"0"-15"0,-6 0-15 0,6 0-16 0,-6 3-15 16,6-3-11-16,0 0-9 0,-8 1-13 0,8-1-8 0,-8 1-11 16,4 2-4-16,-1-1-5 0,5-2-1 0,-6 6 9 15,2-1-3-15,-1-2-7 0,1 0 3 0,-1 4-2 16,2-2-6-16,-3 0-4 0,1 4-6 0,1-3 0 15,-1 3-3-15,-3 0 0 0,3-1-1 0,-2 1-9 16,3-1-2-16,1 0-3 0,-1 0-1 0,0 0-9 16,2-3 1-16,-1 0 0 0,3 3-2 0,-2-5-3 15,0 2 1-15,1-2-2 0,-1 0 1 0,2-3 2 0,2 6 0 16,-2-6 0-16,0 0 0 0,14-6-3 16,-10 3-2-16,3-4-2 0,5 0-3 0,-3-1 0 0,3-4 1 15,-1 0-2-15,1 0-3 0,-2-3 1 0,-4 1-1 16,5-1 0-16,-5-1-2 0,-2 1 0 0,1-2 2 15,-1-2-4-15,0 2 1 0,-4 0 0 0,0 0-3 16,2 0 8-16,-4 2-6 0,3-1 1 0,-4 3-2 16,2 1 2-16,-2 3-1 0,2-1-1 0,-2-2 0 15,1 4-1-15,-2 0-1 0,2 1 2 0,-2 1-3 16,1 1 3-16,-3-3-3 0,2 4 2 0,0-1-1 0,-1 1-1 16,1 0 2-16,2 1 2 0,2 3 0 15,-7-4-2-15,7 4-3 0,-5-1 3 0,5 1-1 0,0 0 0 16,0 0 0-16,-11 4 0 0,8-2 0 0,-1 4 0 15,1-2 3-15,1 1-2 0,-3 0-2 0,1 2 5 16,0 3-1-16,3 1 4 0,-3 1 18 0,4 5 6 16,0 2 6-16,4-1 2 0,-3-1-5 0,1-3 2 15,1 6-1-15,1-3 1 0,2 0-4 0,0-3-2 16,1 6 3-16,1-4-7 0,1 0-1 0,-1-3-2 0,1 2-5 16,-3-1 1-16,2-3-2 0,2 2-3 0,2 0 1 15,-6-4 2-15,-1-1-9 0,3 1 2 0,-1-2-2 16,-2-1 3-16,1-2-2 0,-1 1 0 0,0-2-2 15,0 3 1-15,0-3-3 0,0-1 1 0,0 1-2 16,0-1 0-16,2 0-3 0,0-2-17 0,-1 0-15 16,1 0-13-16,-7 0-11 0,9 0-10 0,-3-2-8 15,0-2-3-15,0 1-13 0,-2-2 1 0,-1 1-3 16,-1-1 7-16,3-2-3 0,-2 2 2 0,-1-2 9 0,-2-1 3 16,1 1 1-16,-1-3 12 0,-1 3 1 0,-1-5 8 15,-1 3-1-15,3-1 6 0,-1 0 5 16,-2 0 5-16,2 0 3 0,-1 1 5 0,0 3 8 0,2-2 1 15,-1 2-1-15,-2-3 0 0,3 6 6 0,3-4 2 16,-3 2 6-16,1 1 3 0,1-1 5 0,0 0 4 16,-1 2-2-16,3-2 5 0,1 0 12 0,0 1 6 15,-1 1 5-15,0 1 4 0,-3-4 3 0,3 2-2 0,1 2 2 16,0-2-1-16,-1 1-2 0,-1 0-5 0,-3 3-1 16,5-2-3-16,-5 2-3 0,5 0-4 15,-5 0-4-15,0 0 1 0,10 2 2 0,-6 1-1 0,0 1-1 16,0 0 0-16,-3 2 5 0,4 4-2 0,-1-1-5 15,0 0 1-15,1 4 5 0,-1-3-2 0,-1 4-2 16,1 0 1-16,0 1 4 0,-3-3-8 0,3 0 2 16,-1 4 2-16,-2-6 2 0,0 2-3 0,1-2 0 15,-2 0 1-15,1-1 1 0,-1-1 1 0,0-3 0 16,1 1 2-16,-1 0 2 0,0 1-2 0,0-3 0 16,0 2-2-16,2-4-2 0,-2 4-1 0,-3-3-1 0,3-3 0 15,1 5 0-15,-1-5-3 0,0 0-1 16,0 0 1-16,0 0-2 0,0 0-3 0,0 0-2 0,0 0 3 15,8-10-2-15,-7 5 2 0,2-1-3 0,-1-1-2 16,1-2 1-16,-1-2-3 0,1 1 4 0,0-1 0 16,-3-1-5-16,1 0 0 0,1 2 2 0,0 1 2 15,0 1-2-15,1 2-2 0,-2-1-3 0,1 2 1 16,0-1 0-16,0 1 1 0,0 3 3 0,0-1-1 0,-2 3-6 16,5-2 1-16,-5 2 0 0,9 0 0 0,-9 0-1 15,13 5 3-15,-8-3 1 0,0 4-3 0,3-1 2 16,-2 1-1-16,2 2 2 0,-3-1 0 0,0 2-2 15,2-1 1-15,-4 2 2 0,1-2-2 0,0 3 1 16,-1-6-2-16,-1 3 3 0,-2-2 0 0,0 1-1 16,0-1 6-16,0 0-4 0,-2-1 2 0,-1 0-2 15,-1-3 2-15,0 1 0 0,-2 0-1 0,1-2 0 16,0 1-1-16,5-2-1 0,-12-2 2 0,12 2 2 16,-12 0 1-16,9-1-2 0,-3-2-5 0,-1-1 2 15,3 1-5-15,-1-2-10 0,2 2-19 0,1-1-26 0,-3-1-22 16,3-1-17-16,0 2-19 0,-2-1-13 15,4-2-19-15,0 2-15 0,0-2-213 0,4 1-407 0,0 2 181 16</inkml:trace>
  <inkml:trace contextRef="#ctx0" brushRef="#br1" timeOffset="61151.75">26157 10159 83 0,'-8'1'190'16,"8"-1"-18"-16,-8 1-12 0,5 2-17 0,-1-1-8 16,-1 1-14-16,1 0-14 0,-1 1-8 0,1-2-8 15,0 2-10-15,0 0-10 0,2 0-5 0,-1-1-4 16,0 1-7-16,3-1-5 0,-1 2-5 0,1-5-3 15,1 5-1-15,1-3 1 0,-2-2-9 0,2 7-2 16,3-4-2-16,-1-3 1 0,-4 0-5 0,12 0-5 16,-12 0 1-16,9 0 0 0,-3-5-3 0,-1 4-1 0,0 0-7 15,-5 1 4-15,9-4-5 0,-4 3 2 16,-1 1-2-16,-4 0-3 0,0 0 0 0,9-3-3 0,-9 3 3 16,0 0 0-16,0 0 0 0,10 3-4 0,-8-1 2 15,-2-2-1-15,2 5 3 0,1 0-4 0,-1-3 1 16,0 1 1-16,0 1 4 0,-2 1 4 0,5-2 10 15,-3-1 0-15,0 2 4 0,4 0 4 0,0-2 0 16,-3 1 2-16,1-1-1 0,1 2-1 0,3-4 2 16,2 1-10-16,-2 0 1 0,0-1-3 0,3 0-3 15,-3 0-2-15,1-2-3 0,-3 2-9 0,3-2-8 0,-1 0-8 16,2-3-5-16,-3 3-2 0,2-2-5 0,-5 0-2 16,-1 0 0-16,1 0 4 0,1-1 2 0,1 1 2 15,-3-3 0-15,1 2 1 0,-2 0 6 0,3-2 0 16,-5 1 4-16,2 1 7 0,0-2 5 0,-2 3 3 15,0-1 2-15,0 0 7 0,0 1 5 0,0 4 4 16,0-7 3-16,-2 5-2 0,2 2 2 0,-2-4-2 16,2 4-2-16,-2-4-4 0,2 4 0 0,0 0-3 15,0 0 5-15,0 0-10 0,-7 0 0 0,7 0-1 0,0 0 1 16,-11 4-3-16,8-1 2 0,3-3-4 16,-5 5 1-16,3-3 1 0,-1 3-3 0,2-2-1 0,-1 1 5 15,1-1-1-15,-1 2 0 0,2 0 0 0,0-1 2 16,0 1-3-16,1 2 3 0,-1-2-2 0,1 2-3 15,-1-4 1-15,4 4 1 0,0-4 2 0,-1 2 0 16,3 2-2-16,1-5-1 0,-1 2-7 0,1 0-16 16,-2-2-19-16,3 1-20 0,0-1-10 0,-1-2-14 15,2 0-14-15,1 0-8 0,2-2-6 0,-3-1-3 16,2 0-6-16,1-2-3 0,-2-2 4 0,3-1-16 0,-3 2-156 16,-1-6-308-16,4 1 136 0</inkml:trace>
  <inkml:trace contextRef="#ctx0" brushRef="#br1" timeOffset="61684.35">26568 9968 195 0,'-2'2'178'15,"2"-2"-14"-15,-7 2-15 0,5 1-7 0,0 0-3 0,0 2 0 16,0 1 8-16,1 2-4 0,0 1-14 0,0 0-10 15,-2 2 7-15,6 1 6 0,-3-2-13 0,0 2-7 16,0 2-13-16,3-2-4 0,0 1-9 0,-3 3-5 16,3-1-7-16,2-1 0 0,-3 1-11 0,1-6-4 15,0 1-8-15,0 1-3 0,0-2-7 0,2 0-3 16,-3-1-2-16,0 1-8 0,0-4 0 0,1 2-2 16,1-2-1-16,0 0-4 0,-1 0-2 0,1 0 0 15,1-3 1-15,-2 1-14 0,-1-2-10 0,-2-1-22 0,9 0-14 16,-9 0-11-16,12-6-8 0,-6 3-6 15,-1-2-9-15,4-2-5 0,-3-1-2 0,2-1 4 0,-4 0 1 16,4 1 4-16,-2-1 11 0,-2 1 4 16,1 2 6-16,0 0-2 0,-1 2 5 0,0-1 7 15,-1 0 3-15,-2 2 7 0,0-1 8 0,2 2 12 0,-2-2 4 16,-1 4 4-16,0 0 2 0,3-4 5 0,-3 4 1 16,0 0 6-16,0 0 0 0,0 0 6 0,0 0 0 15,-11 14 9-15,10-9 2 0,-3 1 3 0,4-2-1 16,-4 2-2-16,3 2 6 0,-3 0 0 0,2 1 2 0,-1-1 1 15,2 1-2-15,-2 0 5 0,3-1-5 16,0 0-1-16,0-1 0 0,0-1 2 0,0 2-2 16,0 0-2-16,0-3-3 0,3 1 0 0,1-1 0 0,2 1 1 15,-1 0 0-15,4-1-6 0,3 0 2 0,2 1-6 16,2-2 0-16,2 0-2 0,3 1-4 0,-2-2-21 16,1-3-23-16,-1 0-26 0,3 0-23 0,6-3-16 15,-7 1-19-15,5-5-17 0,3 2-18 0,0-5-31 16,-2 1-170-16,0 1-379 0,1-1 167 0</inkml:trace>
  <inkml:trace contextRef="#ctx0" brushRef="#br1" timeOffset="62600.85">27832 10184 17 0,'-3'-3'113'0,"1"0"-3"0,-2 1 0 0,-2-1 6 16,1-1 20-16,-3 1 8 0,0-2-6 0,-2 3 0 16,-3-1-8-16,4-1-4 0,-5 4-1 0,1-1-5 15,2 2-10-15,-1-1-6 0,-1 3-11 0,0-2-10 16,1 3-7-16,1 0-6 0,2 0-7 0,-2 2-3 15,3 1-5-15,0-2-4 0,1 2-3 0,1-1 0 16,-2 2-2-16,2 0-1 0,1 1-4 0,1-4-6 16,0 3 10-16,3-2 0 0,-2 2-4 0,1-3-1 0,0 0-5 15,1 2-1-15,1-4-5 0,-1 1-1 0,2 0-2 16,0-1 0-16,-1-3-4 0,4 5 2 0,0-3-6 16,3-2 2-16,-2 1-3 0,-5-1-3 0,15-5 0 15,-9 5-2-15,0-4 2 0,0 1 2 0,0-3-4 16,1-1-5-16,-2 2-6 0,-1-2 9 0,-1-2-5 15,1-2 2-15,-4 4-3 0,4-3 3 0,0-1-3 16,-4-1 3-16,-3 1-6 0,2 2 2 0,1 0 0 0,0-1-3 16,0 0 2-16,-1 1 1 0,2 4-1 15,3-3-1-15,-4 4-3 0,0-6 4 0,2 5-1 0,-2-2-2 16,0 5-3-16,0-3 6 0,2 2-2 0,-2 3-2 16,6-7-1-16,-1 6 5 0,-1 0 1 0,3 0-1 15,1 3-2-15,0-1-2 0,1 2 2 0,1 1 0 16,-1 1 0-16,1 0-3 0,2 2-3 0,-3 1 3 15,-3 2 3-15,2 0 3 0,-2 1-3 0,-2 1 0 16,0-2 3-16,0 7-3 0,-3-3 1 0,-1-2-1 16,1 0 1-16,-2 0 2 0,4 0-4 0,-5-2 3 15,1-2-4-15,-1 2 2 0,0-2 1 0,1-2-2 0,0-3 3 16,1 2-2-16,-2-1 2 0,1 0 1 16,1-4 1-16,0 4 0 0,0-4-3 0,0 0 4 15,0 0-5-15,0 0 3 0,0 0 0 0,3-12-2 0,-1 6 1 16,2-2-2-16,0 2 0 0,1-2 0 0,3 1-2 15,-5-2 2-15,4 1 1 0,1-1 0 0,-1 1 0 16,3 1-1-16,-2 0-1 0,0 2 1 0,0-1-3 16,0 2 4-16,1 2-2 0,-3-1 0 0,1 3-4 15,-1-1-1-15,2 2 5 0,-1 2 1 0,0-3 1 16,2 1-3-16,-4 3 1 0,4-2 0 0,0 5 0 16,4-4 0-16,-4 2 1 0,-4 2 2 0,3-5-3 0,-2 6 1 15,2-1 0-15,-2-3 2 0,-2 1-2 0,4 0 0 16,-5-2-2-16,1 1 2 0,-1-1 2 15,2 1 0-15,-4-3-1 0,-1-1 2 0,4 5 0 0,-4-5-1 16,3 2 5-16,-3-2-4 0,0 0 3 0,2 4 4 16,-2-4-1-16,0 0 2 0,0 0-1 0,0 0-4 15,0 0-1-15,0 0 0 0,0 0 1 0,0-11 2 16,0 6-6-16,0 5 1 0,5-7-1 0,-2 2-1 16,-1-1 1-16,2 2-3 0,-1 0-6 0,-1 0-4 15,1-1-9-15,0 3-10 0,-3 2-12 0,2-4-12 16,1 1-6-16,-3 3-4 0,3-4-12 0,-3 4-12 15,4-3-13-15,-4 3-14 0,0 0-15 0,0 0-36 16,0 0-218-16,0 0-415 0,0 0 184 0</inkml:trace>
  <inkml:trace contextRef="#ctx0" brushRef="#br1" timeOffset="63516.78">28665 9899 130 0,'0'0'149'0,"0"0"19"0,0 0 12 0,-1-4-23 16,1 4 2-16,0 0-11 0,0 0-12 0,0 0-13 15,0 0-10-15,-4-2-13 0,4 2-11 0,0 0-9 16,0 0-7-16,0 0-6 0,0 0-8 0,-1 11-5 15,1-5-5-15,-3 5 0 0,2 4 7 0,-2 3 23 0,2-1-5 16,0 4-5-16,-1 4-6 0,1 2 5 0,0 3 13 16,-2-3 3-16,6 1 3 0,-6-1-5 15,7 3-6-15,-3-1-5 0,3 1-1 0,0 2-3 0,1-4-5 16,-1 2-9-16,0 0-3 0,0-4-2 0,1 3-6 16,-4-2-10-16,3 0-4 0,-1-3 7 0,-2-4-1 15,-1 5-11-15,1-7 2 0,-2 0 0 0,1-3-4 16,1-5 2-16,-1 3-4 0,-1 3 0 0,1-5-5 0,0 0 0 15,0-4 0-15,0 0-17 0,-1 1-20 16,2-4-17-16,-1 0-23 0,0-4-20 0,0 0-18 16,0 0-18-16,0 0 1 0,0 0-1 0,1-23-1 0,0 13-1 15,-1-2 3-15,2-6-6 0,0 0-3 0,0-7-9 16,-2 6-244-16,1-9-410 0,0 3 181 0</inkml:trace>
  <inkml:trace contextRef="#ctx0" brushRef="#br1" timeOffset="64484.33">28620 10198 109 0,'-1'-5'157'0,"-3"1"27"0,4-3-5 15,-1 3-9-15,1-2-14 0,1 2-12 0,3 2-12 16,0-3-9-16,-2 4-13 0,6 0-10 0,1 1-10 0,1 2-7 16,2 1-11-16,0 1-8 0,1 2-3 0,-2 2-7 15,3 0-7-15,-4 2-4 0,0 0-1 0,-2-1-5 16,-2-1-5-16,-1 4 0 0,-2-3-1 0,-2 3-3 15,-1-4 1-15,0 3-1 0,-4-5-1 0,-2 3 0 16,-2-2 0-16,-2 1-5 0,0-3 1 0,-2 0-3 16,-4 2-3-16,3-5-1 0,-4 4-2 0,4-2 2 15,-2-3 0-15,2 0-2 0,2-1 0 0,-2 0 2 0,1-1 12 16,4-2 0-16,1 2-4 0,1-4-8 0,1 1 5 16,3 0-1-16,-1-4-3 0,1 3-1 15,2-3-2-15,3 1-3 0,3-2 1 0,-2 1-1 0,5-2-4 16,5-1-1-16,-4 3-2 0,8-1 1 0,-4-2 1 15,5 5-4-15,-3-1-1 0,2 2 4 0,0-2-1 16,-1 1-7-16,-5 2 1 0,1 0 4 0,1 1-5 16,-3-1 8-16,-2 3 0 0,-2-2-7 0,0 3 7 15,2-2-9-15,-4 0 2 0,0 1 4 0,3 0-4 16,-4 0-3-16,-4 1 5 0,8 0 0 0,-8 0-3 16,7 1 4-16,-3 1 1 0,-3 2-5 0,3-1 3 0,-1 2-2 15,-2 2-1-15,5-2 7 0,-3 3 0 0,1 1 1 16,2 0 0-16,-2-2-3 0,0 2-2 0,1-3 2 15,-1 2 1-15,0-2 2 0,-2-3-1 0,1 2-2 16,-1-2 1-16,1 1 3 0,-2-1 2 0,-1-3 15 16,1 3 16-16,2-1 15 0,-3-2 6 0,0 0 0 15,0 0-3-15,0 0-6 0,0 0-4 0,8-12-2 16,-3 6-9-16,1-3-1 0,-3 1-1 0,-1 1-9 0,3-2-1 16,-1 1-4-16,0-1 1 0,0 1-3 0,1 0-1 15,-1-1-3-15,0 1-1 0,0 0-2 16,-1 0 1-16,1 2-1 0,0 0-2 0,0-1-4 15,0-1 1-15,1 2 1 0,1 2 0 0,-1-2-4 0,1 1-1 16,2-3 2-16,0 2 1 0,-3 3-2 0,-1-2-1 16,1 2 0-16,1-1 0 0,-2 1-2 0,4-2-1 15,-3 2-5-15,0 1-10 0,-1 0-7 0,-4 2-17 16,9 0-13-16,-9 0-3 0,8 3 2 0,-6-1 1 16,-2-2 2-16,5 5 2 0,-2-3 4 0,-2 1 6 15,-1-3 3-15,0 4 4 0,0-4 2 0,0 7 4 0,0-4-4 16,0-3 10-16,-1 7-2 0,1-7 5 15,-3 5 1-15,1-2 3 0,-2 0 0 0,3 2 1 0,-1-1-5 16,1 1 6-16,0-1 8 0,-2 1-2 0,2 1-2 16,1 1 1-16,-3 0 2 0,3 1 0 0,-1-2-1 15,1 1 7-15,1 1-4 0,-1-2 2 0,0 2-2 16,3-3 2-16,-2 2-1 0,3-2 1 0,0 0 0 16,-3 2-2-16,3-3 3 0,0-1 3 0,1 0 2 15,-1-1 3-15,1-1 1 0,0 1 0 0,1 0 3 16,-6-2 1-16,13-2 0 0,-5 2-2 0,-3-3 1 0,1 1-1 15,1 0 2-15,-1-1 1 0,-2-1-1 0,1-1 1 16,-2 0 0-16,-1 0 0 0,1 0 5 16,-2-1-2-16,-1 1 0 0,1-3-4 0,-1 3 2 0,-2-3-7 15,2 1 6-15,-3 1 1 0,1 0-5 0,-2-3 2 16,-3 2-3-16,3 1 0 0,-4 0-6 0,1 1 1 16,1 1-1-16,-1-2 1 0,-1 1 1 0,1 2-8 15,2 0 3-15,-1 1-11 0,-1 0-21 0,2 0-20 16,0 0-19-16,0 1-14 0,5 1-8 0,0 0-11 15,0-4 6-15,0 4-9 0,0 0 4 0,14-6 1 16,-6 4-6-16,1 0-5 0,5-3-10 0,2 0-58 0,-2 2-137 16,3-2-344-16,-1-2 153 0</inkml:trace>
  <inkml:trace contextRef="#ctx0" brushRef="#br1" timeOffset="65283.4">29303 9982 1 0,'-3'-6'104'15,"2"-2"-16"-15,-2 2 2 0,2-2-12 0,-3 3-3 16,0 0 1-16,3 0-4 0,-3 2-9 0,4-1 6 15,-5 0 9-15,5-2 30 0,-4 6 14 0,4 0 14 16,0 0-7-16,-1-5-10 0,1 5-12 0,-1-5-17 0,1 5-3 16,0 0-8-16,0 0-6 0,0 0 0 15,0 0-1-15,2 12 1 0,2-3 18 0,1 2-6 0,-2-1-2 16,-1 3-2-16,2-2-5 0,0 1-4 0,0 5-7 16,0-2-6-16,-3 2-9 0,0 1 1 15,1-1-2-15,-2 2-10 0,0-2 0 0,3 0-6 0,-5-1 1 16,4 1-2-16,1-1-4 0,-2 1-4 0,3 0-2 15,-3-5-1-15,2 3-4 0,-3-3 1 0,1 0-2 16,-1 0-1-16,0 0 0 0,0-3-2 0,3 1-5 16,-3-3 0-16,1-1 3 0,-1 0-19 0,1-1-18 0,-2 0-24 15,1-2-16-15,0-3-11 0,-4 4-12 0,4-4-3 16,0 0-6-16,0 0 6 0,0 0-2 16,-9-10 1-16,9 6 7 0,-4 0 2 0,4-1-3 0,0 5 0 15,-2-11 2-15,2 5 11 0,-3 2 6 0,2-3-3 16,0 1 19-16,-2 2 0 0,2-2 12 0,-2 3-5 15,1-2 11-15,-1 1-5 0,-1 1 9 0,3-2 7 16,1 5-2-16,-4-7 6 0,3 5 2 0,1 2 24 16,-4-5 13-16,4 1 14 0,4 0 11 0,-4-1-2 15,1 1-1-15,3 1-3 0,-3-1 0 0,3 1-5 16,4 1 8-16,0-2-3 0,-1 0 2 0,6 1-7 0,-4-2-3 16,4 1-1-16,-2 2-2 0,2-2-3 0,0 1-2 15,-2 0-1-15,3-2-3 0,-3 1-2 0,-1 1-3 16,-3-2 3-16,1 0-3 0,-3 0 0 0,-1 1-2 15,2-3-3-15,-4 2-2 0,0-1-1 0,-1-1 1 16,2 2-2-16,-3-1 0 0,1 1-1 0,-2 0 3 16,1-1-1-16,-3 0-8 0,2 1 6 0,1-1-1 15,0 0 4-15,-2 0-4 0,0 0-3 0,2 1 1 16,0-5 4-16,0 1-6 0,0 4 4 0,0-3-6 16,0 0 7-16,0-1 1 0,0 2-4 0,-1 1-2 15,1 1 8-15,0 0 7 0,0 2 7 0,0-2 2 0,0 0 2 16,1 2 3-16,-1 3-10 0,0-8 4 0,0 8-4 15,0 0-3-15,0 0 0 0,0 0-1 0,0 0 0 16,0 0-4-16,0 0 2 0,0 16 8 0,4-9 0 16,-4 1 6-16,1 6 1 0,3-3 15 0,0 5 3 15,-3 0 0-15,6 2-2 0,-2-1-1 0,0 1-2 16,-4-1 0-16,4-2-7 0,-1 0-5 0,0 2 2 16,-1-5-3-16,-1 1 1 0,1-2-3 0,-2 1-3 0,2 0-9 15,2 0 5-15,-4-2-1 0,0 0-4 16,2 2-2-16,-2-1 2 0,-1-2 1 0,3 2-2 0,-2-3-2 15,2-1-1-15,-2 1-4 0,0-2-29 0,2 1-25 16,-1-2-19-16,1 0-7 0,-1-1-7 0,2 0-6 16,-1 0 2-16,-3-4-7 0,3 0 10 0,-3 0 5 15,0 0 5-15,6 3-12 0,-6-3-10 0,0 0-9 16,0 0 1-16,0 0-22 0,0-13-22 0,-2 9-143 16,1 0-315-16,-2-2 140 0</inkml:trace>
  <inkml:trace contextRef="#ctx0" brushRef="#br1" timeOffset="65800.33">29494 10256 70 0,'0'0'181'0,"0"0"5"15,0 0-6-15,0 0-16 0,0 0-12 0,0 0-14 16,18-3-13-16,-11 1-12 0,4 2-9 0,-2-3-10 16,4 3-11-16,-2-2-7 0,2 1-7 0,0 0-10 15,-2-2-4-15,3 2-10 0,-3 0-8 0,0-1-8 16,-1 0-10-16,-3-1-8 0,1 0-2 0,-1 1-4 15,-3-1 3-15,2 3-4 0,-2-2-1 0,0-1 2 0,0 0-2 16,-4 3 3-16,1-4 0 0,-1 4 3 0,1-2 1 16,-1 2-1-16,0 0 4 0,0 0 0 0,0 0-3 15,0 0-1-15,0 0 1 0,0 0 2 0,0 0-2 16,0 0-1-16,-6 12-3 0,3-10 3 0,3-2 2 16,0 7 13-16,0-1 4 0,-1 0 0 0,2 0-1 15,2 1-14-15,-2-1 8 0,-1 2-4 0,0 0-1 16,4-3 1-16,-4 1-3 0,4 2-2 0,-3-3-2 15,-1 0 2-15,0-1-8 0,3 2 3 0,-3-4 2 0,1 2-1 16,-1-4 3-16,0 5-3 0,0-5-1 0,0 0 1 16,0 3-3-16,0-3 5 0,0 0-2 0,0 0-1 15,0 0 0-15,0 0-1 0,0 0-1 0,0 0-2 16,5-13-2-16,-4 9 3 0,-1 1 0 0,4-2 1 16,-4 1-5-16,0 1-4 0,4 1 5 0,-4-2 2 15,1 0-3-15,-1 4 0 0,4-4-1 0,0 2 0 16,-4 2 0-16,0-4 1 0,0 4 1 0,3-1 1 15,-3 1 1-15,0 0-3 0,0 0-1 0,0 0 0 16,0 0 2-16,0 0-17 0,-16 5-14 0,12-3-8 0,-2 0 2 16,6-2-1-16,-9 1 1 0,5 0-9 0,4-1 4 15,-7 0 6-15,7 0 0 0,0 0 5 16,-12-4-6-16,10 1 7 0,0 0-1 0,-3-1 0 0,1 0 5 16,0 0-6-16,-1-3-7 0,-2-2-10 0,0 1-26 15,2 0-18-15,-2-1-198 0,1-3-313 0,-1 3 139 16</inkml:trace>
  <inkml:trace contextRef="#ctx0" brushRef="#br1" timeOffset="67157.17">29409 10057 69 0,'0'0'74'0,"0"0"-4"0,0-2 0 0,0 2-10 15,0 0-3-15,0-6-4 0,0 6 3 0,0 0-3 16,0 0 15-16,0-5 7 0,0 5 6 0,0-4 3 15,0 4 13-15,0 0-9 0,0 0 0 0,-3-5 6 16,3 5-5-16,0 0 1 0,0 0-1 0,1-4-2 16,-1 4-5-16,0 0-11 0,0 0 1 0,4-3-9 15,-4 3-3-15,4-2-9 0,-4 2-4 0,5-3-3 16,-5 3-4-16,0 0-8 0,4-1 0 0,-4 1-4 0,0 0-4 16,0 0-2-16,0 0-5 0,0 0-20 15,8 4-17-15,-8-4-16 0,2 2-9 0,1 1-5 0,-3-3 0 16,4 4-6-16,0-1 2 0,-1-2 2 0,1 3-15 15,1-3-2-15,2 3 0 0,0-2-2 0,-3 3 4 16,4-3-1-16,-3 1 0 0,1-1 3 0,-2 1 8 16,1 1 6-16,-1-2 5 0,-1-1 1 0,-3-1 4 15,2 2 1-15,-2-2 11 0,3 4 5 0,-3-4 1 16,0 0 6-16,0 0-7 0,0 0 2 0,0 0 7 16,0 0-4-16,0 0 10 0,0 0-1 0,0 0 7 0,0 0 17 15,-8 4 40-15,8-4 22 0,0 0 19 0,0 0 1 16,-10-6 9-16,10 6 4 0,-4-4 7 0,4 4 4 15,0 0-1-15,-5 0-9 0,5 0-11 0,0 0-9 16,0 0-9-16,0 0-9 0,0 0-8 0,0 0-4 16,-4 7-9-16,3-4-5 0,1-3 11 0,0 9-3 15,0 1-5-15,0-5-7 0,0 6-4 0,0-2-2 16,-3 0-3-16,3 3-2 0,-1-2-3 0,-2 0-1 0,2 1-3 16,2-3-1-16,-1 1-5 0,0-1 1 15,0 1 0-15,0-2-10 0,3 0 0 0,-3-1 4 0,0-1 1 16,0-1-2-16,1 1-4 0,-1 0-2 0,0 0 2 15,0-1 1-15,0-4-1 0,4 3-1 0,-1-1 1 16,-3-2 1-16,2 3-2 0,-2-3 1 0,13 0-7 16,-13 0 4-16,13-5-3 0,-4 2 4 0,-2 1 2 15,0-2-2-15,2-2-3 0,0-1 3 0,-2 1-2 16,1-2-4-16,2 0 3 0,-2-1-1 0,1 1 2 16,-5-1-3-16,2 2 3 0,0 2-1 0,-4-2 4 15,-1 1 0-15,2-1 3 0,-1 3 0 0,-1-1-3 0,3 3 1 16,-4 2 3-16,0-7-2 0,2 4-3 0,-2 3-3 15,0 0-1-15,3-2 1 0,-3 2 0 0,0 0 0 16,0 0-7-16,2 9 6 0,-2-4-1 0,-2 3 1 16,2 0 0-16,2 5 0 0,0-1 0 0,-2 2 1 15,0 3 1-15,2 0-2 0,-1 3 1 0,1-2 1 16,3 0 0-16,-3-1-6 0,0 0 8 0,-2 0-3 16,1 0 2-16,3-3 1 0,-4 0-2 0,4-2-5 15,0 1 2-15,-1-2 4 0,-1-1 2 0,2-2-4 16,1 1 3-16,-4-1-4 0,-1-4-1 0,0 4 3 15,0-4 0-15,0 1-2 0,0 0-3 0,0-5 1 0,0 5 2 16,0-5 4-16,0 5-1 0,0-5-4 0,0 0 4 16,0 0 0-16,0 0 1 0,0 0-2 0,0 0 0 15,0 0 0-15,-1-17-1 0,2 10-1 0,1-2 3 16,1-2-4-16,1-1-1 0,5-3-2 0,0-4 4 16,-4 0 0-16,4 2-7 0,0 0 0 0,5 0-7 15,-2 3 3-15,-1-1 2 0,1 4-1 0,-3 1 1 16,3-1-1-16,-3 4 0 0,0 0 5 0,-1 2-3 0,2-2 0 15,-5 3 1-15,2 0 0 0,-1 0 1 0,-1 4 0 16,0-1-1-16,-5 1 3 0,5-3-1 16,-5 3 0-16,8-1 0 0,-8 1 1 0,0 0-4 0,7-1 3 15,-7 1 1-15,0 0 2 0,0 0-3 0,8 1 4 16,-8-1 0-16,4-3 0 0,-4 3 0 0,5-2 0 16,-2-1 2-16,-3 3 1 0,3-6-2 0,-1-1-2 15,-1 2-2-15,2 0 2 0,-2-2-4 0,4-1 4 0,-3-1-6 16,1 0 7-16,-3 1 0 0,3 0 0 15,-3 2-5-15,0 3 0 0,0-4 4 0,-3 2 2 16,3 2-1-16,0 3 2 0,-1-6-2 0,-3 3 0 0,4 3-2 16,0 0 1-16,0 0-1 0,0 0 2 0,-15 8-3 15,9-4 3-15,0 1-1 0,0 2-3 0,-1 0 3 16,1 0 1-16,1 4-1 0,-3-2 4 0,2 3-8 16,1-2 2-16,3-1 8 0,-2 3-3 0,2 1 16 15,-1-1 0-15,3 6-3 0,3-6 5 0,-3 1-5 16,3-3 4-16,2 2-2 0,4 2-11 0,-1-3 5 15,-1-2-3-15,9 0 4 0,-4 1-3 0,0-1 4 16,3-1-2-16,-2-1-1 0,1-2-15 0,-1 0-37 16,0-2-32-16,-2 0-35 0,-1-2-14 0,2-2-8 15,-4-1 8-15,-2-2 12 0,3-1 12 0,-2 0 5 0,-1 3-8 16,1-9-28-16,0 2-39 0,0 0-195 0,0-2-394 16,-1-4 174-16</inkml:trace>
  <inkml:trace contextRef="#ctx0" brushRef="#br1" timeOffset="68303.59">29869 10144 10 0,'0'-4'104'16,"0"4"-12"-16,-2-5 6 0,2 5-15 0,0-4-9 16,0 4-6-16,-1-4-6 0,1 4-15 0,-9-2 2 15,4 0-7-15,5 2-9 0,-7-2-2 0,7 2 5 16,0 0-4-16,-8 2-4 0,8-2 37 0,-5 2 14 0,5-2-8 16,0 0-1-16,-4 2-6 0,4-2-2 15,-5 2 0-15,5-2 0 0,0 6 14 0,0-1 4 16,-1-1 0-16,2 3 2 0,0 1 0 0,5 2 0 0,-3 2 0 15,1 0-1-15,0 5-8 0,0 0-8 0,-3 1 0 16,1 0-6-16,2 1-3 0,-2 0-3 0,1-1-3 16,0 2-6-16,-3-2-2 0,6 7-1 0,-8-6-6 15,0 0-1-15,0 0-3 0,2-1 6 0,-4 1 5 16,2-2 2-16,0 2-1 0,2-3-1 0,-2 1-10 16,0-1 4-16,0 2-6 0,-1-7-2 0,1 1 1 15,3-2-3-15,-1-1 0 0,-1 0-12 0,1-1 4 16,-2-2-6-16,2 1 7 0,0-3-2 0,0 1 0 0,0-1-1 15,0-4-2-15,0 5 1 0,0-5-2 0,0 0-1 16,3 3-3-16,-3-3 1 0,0 0-2 0,5-11-2 16,0 7-5-16,0-5-6 0,0-1-16 0,-3-2-6 15,5-4-1-15,-1 0-12 0,1-3-5 0,-2 0 4 16,0-6 1-16,4-1-1 0,-1-1 2 0,-2 3 0 16,3-2 6-16,-5 6 1 0,1 1 1 0,-1-1 6 15,1 3 4-15,0 0 1 0,2 0-1 0,-5 5 6 16,3 0 1-16,-3 1 8 0,0 3 7 0,3 0 3 0,-2 1 2 15,2 1 3-15,-4 3 1 0,-1-2-3 0,4 3 0 16,-4 2-1-16,0 0-1 0,0 0-1 0,0 0 3 16,0 0-4-16,8 7 3 0,-8-2 0 0,0-1-4 15,0 3 13-15,0-4 6 0,-2 4-1 0,4-5 2 16,-2 4 2-16,-3-2-5 0,2 1 1 0,1-2 0 16,-1 1-1-16,-1 0-2 0,2-4 2 0,-5 6 1 15,3-3-5-15,-2 0 1 0,0-1-2 0,4-2 0 16,-6 3 1-16,6-3-7 0,-7 4-10 0,7-4-33 15,0 0-26-15,-4 0-18 0,4 0-12 0,0 0-5 16,0 0 5-16,0 0 4 0,0 0 7 0,9-12 13 0,-5 9-1 16,4 1 6-16,-2-2 7 0,4 0 8 0,-2 2 1 15,-1 0 0-15,1 2 9 0,0-1 4 16,2-2 1-16,-1 2 5 0,2-1 0 0,-6 2 2 0,1 0 3 16,-6 0 3-16,15 0-2 0,-11 0 2 0,-4 0 24 15,9 0 40-15,-9 0 19 0,5-1 7 0,-5 1-3 16,7-1-3-16,-7 1-4 0,7-3-2 0,-3 1-2 15,3 1 4-15,-1 0 2 0,1-1-6 0,1 1 2 0,1-4-8 16,4 3-4-16,-3-1-2 0,-1 2-3 0,3-3 1 16,-6 2-5-16,4 1-3 0,-3-3 1 15,0 1-5-15,0-1 8 0,-2 0-4 0,-1 0-4 0,1 0-8 16,1 0 7-16,-3 0-5 0,0 2 0 0,0-1 0 16,-3 3-3-16,3-2-2 0,-1-1-4 0,-2 3 0 15,0 0-2-15,0 0-2 0,0 0-3 0,0 0 1 16,-8 10-2-16,3-3 1 0,-2 0-2 0,-1 1 0 15,0 2-3-15,3 0 2 0,0 1-1 0,0 0 0 16,3-2-3-16,0 3 2 0,4 0-2 0,-2-2 1 16,1-1 0-16,1 3-2 0,2-3 6 0,0 1-6 0,1-2 4 15,3 1-4-15,0-2-1 0,3 1-1 0,-2-3 3 16,4 2-2-16,-3 0 5 0,0-5-33 0,0 2-47 16,3 0-49-16,-6-3-22 0,0-1 6 0,-7 0 18 15,10-3 13-15,-10 3-6 0,9-5-312 0,-5 3-461 16,-4 2 204-16</inkml:trace>
  <inkml:trace contextRef="#ctx0" brushRef="#br1" timeOffset="72004.12">22164 7796 121 0,'0'0'234'0,"-4"-1"-7"16,4 1-15-16,-3-3-12 0,3 3-16 0,-4-3-19 15,4 3-15-15,0 0-16 0,0 0-15 0,0 0-12 0,0 0-10 16,0 0-11-16,0 0-8 0,0 0-7 16,0 0-7-16,0 0-9 0,0-5-3 0,0 5-7 0,0 0-4 15,0 0-3-15,0 0-7 0,0 0 0 0,0 0-6 16,0 0 3-16,0 0-5 0,0 0 2 16,12-1 6-16,-6 0 1 0,4-3-2 0,3 1-3 0,5-3-2 15,0 0-2-15,4 0-1 0,8-1-5 0,-3-1 4 16,5 1-6-16,-4 1-2 0,4 1 0 0,-4-1-4 15,-6 3-4-15,-3-4 0 0,2 6 0 0,-5-3-13 16,-2-1-12-16,-5 1-6 0,4 1-7 0,-7 3-3 0,-2-1-6 16,0 0-17-16,0 1-26 0,-4 0-27 0,0 0-26 15,0 0-32-15,0 0-42 0,-9-9-121 0,2 7-360 16,0 1 159-16</inkml:trace>
  <inkml:trace contextRef="#ctx0" brushRef="#br1" timeOffset="72349.64">22293 7595 163 0,'0'0'224'15,"-3"-4"-11"-15,3 4-15 0,-3-4-10 0,3 4-13 0,0 0-20 16,0 0-13-16,0 0-13 0,0 0-13 0,0 0-13 15,0 0-12-15,0 0-5 0,0 0-12 0,0 0-7 16,0 0-5-16,0 0-10 0,8 13-1 0,-5-5-5 16,3 2 1-16,-3 0 0 0,3 2-1 0,-2 0-5 0,1 4-4 15,1 1-2-15,-2-2 0 0,1 3-4 0,-1 0-4 16,1 0-3-16,-1 1 10 0,1-4 0 0,0 0-6 16,-1 0-7-16,0 0 0 0,-3-1-1 0,4-3-1 15,-2 1-5-15,-1 0 6 0,1-2-8 0,0-2-3 16,0 3 7-16,-1-3-2 0,0 2-3 0,-2-3 0 15,1 0-2-15,1-1-15 0,-1-3-34 0,0 2-43 16,2-2-46-16,-3-3-63 0,0 0-233 0,0 0-461 16,8-10 205-16</inkml:trace>
  <inkml:trace contextRef="#ctx0" brushRef="#br1" timeOffset="72683.58">22442 7502 53 0,'0'0'201'16,"-10"0"-22"-16,10 0-16 0,-9 1-12 0,5 2-22 0,-1 1-12 16,1 0-7-16,2 2-8 0,-2 1 3 15,1 5-12-15,-1-1-7 0,0 0-8 0,2 6-4 0,-1 0 13 16,-3 2 6-16,3 0-5 0,0-1-9 0,-1 1-9 15,0 0-3-15,-1 0 2 0,-3-2 0 0,-1-1-6 16,4 0-9-16,-4-2 1 0,0 0-7 0,0-2 0 16,0 2-4-16,-1-4-1 0,1-1-2 0,0 1-5 15,0-3-6-15,-3 2 0 0,2-4-3 0,1 4-1 16,-2-4-5-16,5-2 1 0,-1 1-2 0,2-1-3 16,-1-1 0-16,1 1-3 0,0-3-5 0,5 0-26 0,-8 1-37 15,8-1-45-15,-7-5-61 0,4 1-273 16,0 0-470-16,1-1 208 0</inkml:trace>
  <inkml:trace contextRef="#ctx0" brushRef="#br1" timeOffset="72954.23">22197 7768 211 0,'0'0'233'0,"0"0"-23"0,0 0-25 15,0 0-19-15,1 6-10 0,-1-6-15 0,3 1-10 0,-3-1-11 16,3 4-4-16,2-1-9 0,1-2-5 16,0 1-3-16,4 1-1 0,0-1-5 0,3 0-4 0,1 1-7 15,0-1-8-15,4 2-11 0,-5-2-3 0,5 1-7 16,0 2-6-16,-4-1 0 0,-3 2-8 0,3-3-1 16,-1 3-5-16,1 3-3 0,0-7-2 0,-2 5-7 15,-1 1 0-15,-1-2-6 0,0 4 5 0,-2-4-22 16,-3 1-50-16,-1 0-29 0,0-2-47 0,-3 1-67 15,1-2-217-15,0 0-446 0,-2-2 198 0</inkml:trace>
  <inkml:trace contextRef="#ctx0" brushRef="#br1" timeOffset="73550.3">23946 7706 33 0,'-3'2'207'0,"3"-2"-17"0,0 0-21 16,0 0-17-16,13-5-7 0,-4-2-9 0,4 4-14 15,-1 0-9-15,5-5-16 0,-4 4 3 0,6-2-2 16,-2 2-3-16,7-2-7 0,-3 0-1 0,7-5-1 0,1 1-3 15,0 0-4-15,0 1-8 0,1-1-4 16,-2 0-5-16,-1 1-6 0,4-1-6 0,-13 1-4 0,7-1-3 16,-8 5-4-16,0-3-4 0,-1 3-4 0,-6 1-4 15,1-1-2-15,0 1 1 0,-6-2-4 0,0 4-2 16,-1-3-3-16,0 1-6 0,-3 0-16 0,-1 4-24 16,-1-4-32-16,1 4-30 0,-9-6-44 0,5 5-45 0,-3-4-192 15,-5 4-402-15,2 0 179 0</inkml:trace>
  <inkml:trace contextRef="#ctx0" brushRef="#br1" timeOffset="73834.86">24175 7454 32 0,'0'0'265'0,"0"0"-14"0,0 0-17 0,0 0-17 16,0 0-16-16,0 0-22 0,-1 2-20 0,1-2-14 15,0 0-15-15,0 0-13 0,2 7-12 0,3-3-9 16,-1 2-9-16,1 3-2 0,0-1 1 0,2 4-6 0,3 4-1 16,-1-3-6-16,0 5-7 0,-1-2-3 0,2 1-6 15,-1 0-6-15,-2-1-2 0,2 1-9 0,-1 1-3 16,-2-4-3-16,2 0-1 0,-2-2-4 0,2 1-3 16,-2-4-1-16,-2 3-5 0,3-4 2 0,-1 1-1 15,-2-1-7-15,0-4 3 0,-2 1-4 0,1 2 1 16,1-4-10-16,-2 2-26 0,1-3-37 0,-1 1-50 15,-2-3-71-15,0 0-63 0,0 0-198 0,0 0-477 16,2-13 211-16</inkml:trace>
  <inkml:trace contextRef="#ctx0" brushRef="#br1" timeOffset="74143.25">24374 7381 146 0,'-4'2'163'0,"0"1"-4"16,-2 1-4-16,1 0-13 0,0 8 0 0,0-3 2 0,-4 4-7 16,-1 0-13-16,1 2-7 0,-3 8-11 0,2-5-6 15,-2-1-2-15,3 9-7 0,-1-9-6 0,3 1-6 16,-2 6-5-16,-1-7-2 0,3 1-6 0,-1-2-8 15,-1-2-5-15,-1 0-5 0,3-3-6 0,1 0-1 16,-1-3-3-16,-1 2-4 0,2-3-3 0,-1 0-2 16,1 0-2-16,1-2-3 0,-3-3-3 0,3 2-18 15,-3-1-38-15,-2-2-48 0,1 1-47 0,-1-6-50 16,2 1-191-16,-2-4-401 0,5-2 178 0</inkml:trace>
  <inkml:trace contextRef="#ctx0" brushRef="#br1" timeOffset="74374.92">24121 7558 91 0,'0'0'212'0,"0"0"-18"0,0 0-11 15,0 0-9-15,0 0-5 0,0 0-13 0,12 5-9 0,-10-1-4 16,1-1-11-16,-1 2-5 0,2 2 0 16,4 1-5-16,-2 1-4 0,2 0-4 0,1-1 5 15,1 1-8-15,4 2-13 0,3 0-5 0,-2-1-12 0,2-2-5 16,-1 1-9-16,2 2-4 0,-1-6-6 0,1 1-8 15,-7 1-4-15,6-2-5 0,-2 2-6 0,-2-4-34 16,-2 2-42-16,1-1-60 0,-1-2-60 0,0 1-83 16,-4-3-188-16,0-4-467 0,0 3 207 0</inkml:trace>
  <inkml:trace contextRef="#ctx0" brushRef="#br1" timeOffset="74901.47">25408 7518 139 0,'0'0'229'0,"-9"0"-13"0,9 0-8 16,0 0-37-16,0 0-14 0,-9-2-14 0,9 2-13 15,0 0-10-15,0 0-13 0,0 0-12 0,0 0-7 0,0 0-7 16,0 0-1-16,0 0-7 0,22 5 1 0,-10-6-6 16,-1 2-3-16,2-2-5 0,0-1 0 0,4-2 0 15,4 3-7-15,0-1-2 0,-1 1-4 0,1-2-4 16,2-2-4-16,-5 0 4 0,5 3-10 0,-5-4-5 15,0 1-2-15,-2 0-1 0,-3 4-2 0,1-4-2 16,-3 2-2-16,-1-1 0 0,-3 2-4 0,1 1 5 16,-3-1-4-16,-1 2-7 0,-4 0-3 0,7-3-12 15,-7 3-19-15,0 0-21 0,0 0-37 0,0 0-26 16,-16-3-32-16,10 3-36 0,-4 1-18 0,2 1-168 0,-2-2-394 16,-2 0 174-16</inkml:trace>
  <inkml:trace contextRef="#ctx0" brushRef="#br1" timeOffset="75185.25">25522 7372 205 0,'0'0'189'16,"-6"-1"-15"-16,6 1-15 0,0 0-10 0,0 0-19 0,0 0-16 15,0 0-7-15,-1 6-11 0,1-6 1 0,3 8 6 16,-1-4-4-16,0 1-8 0,3 4-7 0,1-1-5 15,-1 1 10-15,0 3-7 0,4 0-5 0,-1-2-7 16,-3 1-5-16,4 3-7 0,-3 2-4 0,-1-5-4 16,3 3-6-16,-3 1 0 0,4-5-8 0,-5 3-4 15,1-1 1-15,2-3-6 0,-1 3-4 0,-2 0 3 0,1-2-1 16,1-1-4-16,-3 0-4 0,1-4 3 0,-2 2-5 16,2-1-3-16,-1-1-4 0,-1 2-40 0,3-1-47 15,-4-2-44-15,2-1-48 0,-3-3-49 16,1 3-144-16,-1-3-393 0,0 0 174 0</inkml:trace>
  <inkml:trace contextRef="#ctx0" brushRef="#br1" timeOffset="75501.34">25747 7400 47 0,'-4'3'197'16,"0"1"-20"-16,-1 0-11 0,1 0-11 0,-1 3-13 15,-2-2-16-15,5 0-11 0,-1 2-10 0,-3 0-9 16,1 1-11-16,0 2-5 0,-3 0-4 0,-2 2-3 16,2-2-3-16,-2 0 2 0,2 0-2 0,-3 1 2 0,-2 1-5 15,3-2-3-15,-7-2-7 0,8-2-4 0,-4 1-8 16,3-2-3-16,1-1-5 0,0 0-2 15,-1 0-5-15,4 0-2 0,-1-1 0 0,1-1-6 0,1 1-1 16,-1-3-16-16,6 0-29 0,-11-3-34 0,7 2-32 16,-1-3-37-16,1-1-18 0,-1-3-38 0,2 2-123 15,-1-3-330-15,0 2 146 0</inkml:trace>
  <inkml:trace contextRef="#ctx0" brushRef="#br1" timeOffset="75683.39">25454 7453 130 0,'0'0'149'0,"2"-3"-14"0,-2 3-9 0,0 0-12 15,0 0 24-15,0 0-10 0,9 2-4 0,-9-2-8 16,8 4 1-16,-1 1 5 0,-1-1-15 0,1-1-9 16,1 3-7-16,-1 1-1 0,1 1 5 0,3-2-5 15,0 1-4-15,-1 1-2 0,-1 2-6 0,4 1-7 16,1 2-5-16,0 1-6 0,0-2-6 0,-1 3-6 16,2-4-6-16,0 4-2 0,0-4-3 0,-2 0-4 15,-2 1-32-15,-1-5-73 0,-1-2-79 0,-4-2-258 0,-1 0-441 16,-1-2 196-16</inkml:trace>
  <inkml:trace contextRef="#ctx0" brushRef="#br1" timeOffset="109734.07">12829 16355 140 0,'-12'-1'159'0,"12"1"0"0,0 0-8 0,0 0-2 15,0 0-4-15,0 0-6 0,0 0-5 0,0 0-7 16,0 0-8-16,0 0-9 0,0 0-10 0,0 0-12 15,0 0-6-15,0 0-12 0,0 0-4 0,0 0-5 16,0 0-4-16,0 0-2 0,0 0-3 0,0 0 1 0,0 0 2 16,0 0-4-16,0 0 0 0,0 0 0 15,0 0-1-15,0 0 1 0,0 0 1 0,0 0 1 0,0 0 1 16,0 0 4-16,0 0-2 0,0 0 0 0,0 0-5 16,0 0-3-16,0 0-3 0,22 0-2 0,-15-1-4 15,0 1-2-15,6 0-7 0,1 0-4 0,-1 0-3 16,-2 1-3-16,3 1-3 0,-1 0-13 15,-3 1-32-15,3-1-17 0,-4 1-36 0,0-1-37 0,0 2-32 16,-4-1-37-16,0-1-53 0,-1 1-158 0,0 1-432 16,-3-1 192-16</inkml:trace>
  <inkml:trace contextRef="#ctx0" brushRef="#br1" timeOffset="109902.02">12872 16477 109 0,'-2'2'196'0,"2"-2"-6"15,0 0-7-15,-4 2 0 0,4-2-6 16,0 0-7-16,0 0-7 0,0 0-11 0,9 3-16 16,-1-4-13-16,3-1-8 0,2 2-17 0,5 1-6 0,-2-2-9 15,1-1-15-15,-5 2-57 0,0 0-59 0,2-2-102 16,-1-1-193-16,-4-1-369 0,0-1 164 0</inkml:trace>
  <inkml:trace contextRef="#ctx0" brushRef="#br1" timeOffset="118715.85">4644 3108 30 0,'-1'-5'161'0,"1"5"-19"0,0 0-15 0,0 0-14 16,0 0-7-16,4-3-18 0,-4 3-10 0,0 0 0 15,0 0-11-15,0 0-2 0,6 10-7 0,-3-7-10 16,2 0-4-16,-3 2 0 0,1-1-13 0,0 1 18 15,-3 3 1-15,1 0 26 0,-1 2-4 0,-1-1-1 16,1 3-8-16,-3 3-2 0,-4 0-4 0,3 4 0 16,-3-1-7-16,1 5 8 0,-1-3-4 0,0 3-1 15,-1 4-8-15,-1-2 0 0,4-7-3 0,1 1-4 16,-2 2-3-16,2-3-10 0,2-1 8 0,-2-1-6 16,2 1 1-16,1-2 1 0,0-2-2 0,1-1 0 15,2-1-7-15,0 0 2 0,-1 2-2 0,4-3-1 16,-1 0-3-16,2-1 2 0,1 1-1 0,0 0-4 15,0-1 0-15,2 0-10 0,-3 0-43 0,0-2-61 16,2 0-77-16,-4 0-205 0,-1-3-414 0,0-1 183 0</inkml:trace>
  <inkml:trace contextRef="#ctx0" brushRef="#br1" timeOffset="120183.39">28298 2960 71 0,'-1'-5'172'0,"1"5"-10"0,0 0-10 16,0 0-9-16,0-5-12 0,0 5-4 0,0 0-9 16,0 0-3-16,0 0-7 0,0 0-11 0,0 0-6 15,0 0-9-15,0 0-7 0,-2-4-5 0,2 4-6 0,0 0-7 16,0 0-6-16,0 0-4 0,0 0-7 15,0 0-3-15,0 0-3 0,0 0-3 0,0 0-6 16,0 0 0-16,5 12-1 0,-3-10-2 0,2 5 3 0,2 1-6 16,-2 2 1-16,3 1-3 0,-2-1 3 0,3 4-3 15,0 0-5-15,-3 2 3 0,3 3 0 16,-1-1-6-16,0-1 3 0,3 6-2 0,-2 1 3 0,0 0-1 16,-2-5 2-16,2 7 0 0,-2-2 1 0,2 0 1 15,-2 0-3-15,-2-6 0 0,0 0 1 0,-3 1 3 16,3-3-3-16,-3 1 0 0,1-1 3 0,-2 1-11 15,0-5 7-15,0 0-1 0,-2-3 0 0,1-1-2 16,1 0-1-16,-1-2 1 0,1-1-2 0,0 3 0 16,-3-4-1-16,3 0 0 0,0 0-1 0,0 1-2 15,0-5-1-15,0 7 4 0,0-7-1 0,0 5 0 16,0-3-2-16,0-2-1 0,3 8-7 0,-2-8 6 16,-1 0 0-16,0 7 0 0,0-7-25 0,0 5-57 15,0-5-59-15,-4 5-67 0,4-5-169 0,-9 0-404 16,-1-6 179-16</inkml:trace>
  <inkml:trace contextRef="#ctx0" brushRef="#br1" timeOffset="127301.06">20520 16365 90 0,'-2'-4'132'0,"2"4"-5"15,0 0-9-15,0 0-11 0,0 0-2 0,0 0-7 16,0 0-8-16,0 0-7 0,-6-3-1 0,6 3-8 0,0 0-2 16,0 0-8-16,0 0-3 0,0 0-6 0,0 0-6 15,0 0-8-15,0 0 2 0,0 0-2 0,0 0-1 16,0 0 0-16,0 0-4 0,0 0-1 0,0 0-4 16,0 0-1-16,0 0 1 0,0 0-2 0,0 0 1 15,0 0 2-15,0 0 0 0,0 0 2 0,0 0-2 16,0 0 4-16,0 0 0 0,0 0-2 0,0 0 1 15,0 0 0-15,0 0 1 0,0 0-3 0,0 0 1 16,0 0-4-16,0 0-4 0,0 0-4 0,0 0 2 16,0 0-2-16,12 8-4 0,-7-7-3 0,-5-1-2 15,10 1-3-15,-6 1-8 0,-3 1 1 0,3-1-5 0,0 2-17 16,-3-1-22-16,2 2-14 0,-6 0-18 0,3 2-21 16,-1-2-16-16,-3 3-7 0,-1 0-19 15,-1 0-23-15,-2 2-112 0,-2 0-293 0,2-3 130 0</inkml:trace>
  <inkml:trace contextRef="#ctx0" brushRef="#br1" timeOffset="127457.13">20350 16599 20 0,'0'0'174'0,"0"0"-10"0,0 0-10 0,9 4-12 16,-9-4-7-16,0 0-9 0,14-4-11 0,-7 4-9 15,3 0-10-15,0 0-12 0,2-1-7 0,0 2-15 16,-1-1-10-16,0 3-33 0,-1 1-53 0,1 0-56 0,-6 1-144 15,0-1-253-15,-5 1 112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13T14:04:05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3423 10996 12 0,'0'0'126'16,"0"0"-20"-16,0 0-20 0,0 0-20 0,0 0-18 16,0 0-6-16,0 0-5 0,0 0-7 0,0 0-3 15,0 0 1-15,0 0 7 0,0 0-4 0,0 0 2 16,0 0 8-16,0 0-1 0,0 0-1 0,0 0-3 15,0 0 1-15,0 0-4 0,0 0-8 0,0 0 1 16,0 0-5-16,0 0-2 0,0 0-2 0,0 0 1 16,0 0-3-16,0 0-4 0,0 0 3 0,0 0-4 15,0 0-1-15,0 0-2 0,0 0 0 0,0 0-3 16,0 0 5-16,0 0-3 0,0 0-2 0,0 0 1 16,0 0-2-16,0 0-1 0,-9 5 3 0,9-5 2 15,0 0 3-15,0 0-6 0,0 0 4 0,0 0 5 16,-5 2 7-16,5-2-2 0,0 0 5 0,0 0 2 15,0 0-1-15,0 0 6 0,0 0 4 0,0 0 4 0,-7 4 4 16,7-4 7-16,0 0 7 0,0 0 1 0,0 0 2 16,0 0-3-16,0 0-24 0,0 0 28 0,0 0-31 15,0 0 22-15,0 0-32 0,0 0 30 0,0 0-36 16,0 0 24-16,0 0-34 0,0 0 32 0,0 0-31 16,0 0 23-16,0 0-31 0,0 0 27 0,0 0-30 15,0 0 29-15,0 0-31 0,0 0 32 0,0 0-28 16,0 0 27-16,0 0-19 0,0 0 30 0,0 0-25 15,0 0 31-15,0 0-25 0,0 0 17 0,0 0-27 16,0 0 23-16,0 0-28 0,0 0 23 0,0 0-23 16,0 0 13-16,0 0-18 0,0 0 22 0,0 0-26 15,0 0 21-15,0 0-24 0,0 0 25 0,0 0-19 16,0 0 20-16,9-2-22 0,-9 2 19 0,0 0-20 16,13-2 24-16,-13 2-22 0,9-2 18 0,-9 2-20 15,13-2 21-15,-13 2-23 0,11-3 25 0,-11 3-25 16,12-2 24-16,-12 2-19 0,13-1 17 0,-13 1-24 15,10-1 26-15,-10 1-25 0,10-2 25 0,-10 2-14 16,0 0 7-16,17-1-34 0,-17 1 17 0,0 0-41 0,14 0 7 16,-14 0-43-16,0 0 15 0,15 0-18 15,-15 0-17-15,0 0-19 0,14 3-16 0,-14-3-20 16,0 0-35-16,14 1-198 0,-14-1 148 0</inkml:trace>
  <inkml:trace contextRef="#ctx0" brushRef="#br0" timeOffset="414.71">3396 11144 191 0,'0'0'283'0,"0"0"-62"16,0 0-52-16,0 0-20 0,0 0-20 0,0 0-20 16,0 0-20-16,0 0-11 0,0 0-17 0,0 0-7 15,0 0-7-15,0 0-4 0,9-2-6 0,-9 2-7 16,0 0 4-16,0 0-3 0,8-3-2 0,-8 3-9 16,0 0 7-16,7-3 0 0,-7 3-5 0,0 0 3 15,12-4-8-15,-12 4-4 0,9-4-3 0,-9 4-1 16,11-5 2-16,-11 5-6 0,13-4 3 0,-13 4-5 15,14-2 1-15,-14 2-3 0,12-5 0 0,-12 5 0 16,10-5 0-16,-10 5-1 0,11-2 2 0,-11 2 1 16,0 0-2-16,9-3 1 0,-9 3-1 0,0 0 1 0,8-2 0 15,-8 2 1-15,0 0-7 0,0 0 9 0,0 0 0 16,10-4 1-16,-10 4-3 0,0 0 0 16,0 0-2-16,0 0-1 0,0 0-3 0,0 0-21 15,0 0-33-15,0 0-39 0,9-3-51 0,-9 3-77 0,0 0-239 16,0 0 54-16</inkml:trace>
  <inkml:trace contextRef="#ctx0" brushRef="#br0" timeOffset="6931.83">3612 11836 191 0,'0'0'212'0,"0"0"-40"0,0 0-21 0,0 0-28 15,0 0-15-15,0 0-17 0,0 0-15 0,0 0-11 16,0 0-8-16,0 0-13 0,0 0-6 0,0 0-6 16,0 0-3-16,0 0-7 0,0 0 0 0,0 0-1 15,0 0-1-15,0 0 3 0,0 0 2 0,0 0-1 16,0 0-3-16,0 0-2 0,0 0-5 0,0 0-2 15,0 0-1-15,0 0-3 0,0 0-1 0,0 0-2 16,0 0 0-16,0 0-1 0,0 0-2 0,0 0 0 16,0 0 0-16,0 0 3 0,0 0-5 0,0 0-3 15,0 0 4-15,0 0-2 0,0 0-3 0,0 0 7 16,0 0-3-16,0 0-4 0,0 0 3 0,0 0 1 0,0 0 0 16,0 0 0-16,0 0 4 0,0 0 0 15,0 0 1-15,0 0-1 0,0 0 3 0,0 0 3 16,0 0 4-16,0 0 1 0,0 0 0 0,0 0 8 15,0 0-2-15,0 0 5 0,0 0 3 0,0 0 2 0,0 0 2 16,0 0-4-16,0 0-5 0,0 0 2 0,0 0-6 16,0 0-3-16,0 0-6 0,0 0 2 0,0 0-5 15,0 0 0-15,0 0 3 0,0 0-8 0,0 0 4 16,0 0-3-16,0 0-2 0,0 0-4 0,0 0 7 16,0 0 0-16,0 0-1 0,0 0 5 0,0 0 3 15,0 0 6-15,0 0 3 0,0 0-17 0,0 0 30 16,0 0-21-16,5-6 26 0,-5 6-32 0,8-4 28 15,-8 4-28-15,11-3 17 0,-11 3-26 0,12-4 21 16,-12 4-25-16,14-5 21 0,-14 5-19 0,13-4 17 16,-13 4-23-16,11-5 25 0,-11 5-27 0,11-4 35 15,-11 4-37-15,10-3 29 0,-10 3-24 0,7-2 19 16,-7 2-24-16,0 0 23 0,12-4-25 16,-12 4 26-16,0 0-27 0,0 0 13 0,9-2-37 0,-9 2 17 15,0 0-51-15,0 0 6 0,0 0-27 0,6 3-28 16,-6-3-26-16,0 0-38 0,0 8-78 0,0-8-146 15,-3 6 124-15</inkml:trace>
  <inkml:trace contextRef="#ctx0" brushRef="#br0" timeOffset="7548.36">3566 11987 272 0,'0'0'249'0,"0"0"-56"16,0 0-36-16,0 0-21 0,0 0-11 0,0 0-15 15,0 0-22-15,0 0-14 0,0 0-11 0,0 0-11 16,0 0-11-16,0 0-10 0,5 4-5 0,-5-4-5 16,0 0-4-16,0 0-2 0,0 0-2 0,0 0 6 15,0 0 7-15,0 0 1 0,0 0 2 0,0 0 1 0,0 0 4 16,0 0-28-16,0 0 24 0,0 0-27 16,0 0 31-16,0 0-33 0,0 0 29 0,0 0-23 15,0 0 25-15,0 0-30 0,0 0 32 0,0 0-32 0,0 0 33 16,0 0-30-16,0 0 33 0,0 0-27 15,0 0 26-15,0 0-20 0,0 0 17 0,0 0-30 16,0 0 30-16,0 0-23 0,0 0 12 0,0 0-25 16,0 0 27-16,0 0-29 0,0 0 25 0,0 0-28 0,0 0 30 15,0 0-27-15,0 0 19 0,9-3-23 0,-9 3 20 16,8-4-12-16,-8 4 14 0,11-5-18 16,-11 5 14-16,13-6-23 0,-5 3 25 0,-1-1-22 0,2 0 24 15,0 1-28-15,-1 1 27 0,2-3-20 0,-1 3 18 16,-9 2-22-16,14-6 26 0,-14 6-26 0,11-4 24 15,-11 4-23-15,12-5 18 0,-12 5-19 0,8-3 25 16,-8 3-24-16,9-2 23 0,-9 2-21 0,0 0 23 16,9-4-21-16,-9 4 22 0,0 0-28 0,0 0 25 15,7-3-22-15,-7 3 21 0,0 0-29 0,0 0 21 16,0 0-10-16,9-2 18 0,-9 2-28 0,0 0 27 16,0 0-28-16,0 0 10 0,0 0-48 0,0 0 2 15,0 0-22-15,0 0-30 0,0 0-49 0,0 0-75 16,0 0-302-16,0 0-36 0</inkml:trace>
  <inkml:trace contextRef="#ctx0" brushRef="#br0" timeOffset="14299.02">3484 13043 322 0,'0'0'253'0,"0"0"-50"0,0 0-31 16,0 0-23-16,0 0-21 0,0 0-22 0,0 0-16 15,0 0-9-15,0 0-7 0,0 0-2 0,0 0-3 16,-5-4-24-16,5 4 35 0,0 0-31 0,0 0 26 16,0 0-30-16,0 0 28 0,0 0-23 0,0 0 20 15,0 0-23-15,0 0 10 0,0 0-24 0,0 0 14 16,0 0-29-16,0 0 14 0,0 0-18 0,0 0 14 16,0 0-27-16,0 0 15 0,-9-2-19 0,9 2 16 15,0 0-18-15,0 0 16 0,0 0-14 0,0 0 8 16,0 0-15-16,0 0 19 0,0 0-19 0,0 0 23 15,0 0-19-15,0 0 16 0,0 0-14 0,0 0 17 16,0 0-18-16,0 0 17 0,8-5-19 0,-8 5 19 16,0 0-10-16,9-6 5 0,-9 6-11 0,10-6 15 15,-4 2-16-15,3 2 10 0,-1-3-12 0,1 1 15 0,1-1-13 16,-1 2 14-16,0-1-18 0,0 0 16 16,2-1-21-16,0 1-8 0,-1 2-42 15,-1-1-6-15,0 0-60 0,-1 2 15 0,-8 1-41 0,13-5 10 0,-13 5-17 16,12-2-25-16,-12 2-37 0,0 0-179 0,0 0 139 15</inkml:trace>
  <inkml:trace contextRef="#ctx0" brushRef="#br0" timeOffset="14583.53">3502 13187 443 0,'0'0'367'0,"0"0"-71"0,-4 6-42 0,4-6-46 16,0 0-37-16,0 0-21 0,-4 5-22 0,4-5-22 15,0 0-18-15,0 0-15 0,0 0-9 0,0 0-11 16,0 0-7-16,0 0-4 0,0 0-9 0,0 0-6 16,0 0-4-16,0 0-5 0,0 0-6 0,0 0-4 15,0 0 4-15,9-4-6 0,-9 4 3 0,9-4-2 16,-9 4-8-16,9-7-2 0,-9 7 13 0,13-5-20 15,-3 1 10-15,0 1-8 0,1-2 12 0,1 3-54 0,0-1-24 16,1-1-57-16,-3 2-64 0,2 1-76 16,0-3-329-16,-12 4-114 0</inkml:trace>
  <inkml:trace contextRef="#ctx0" brushRef="#br0" timeOffset="17215.98">3505 14206 331 0,'0'0'284'0,"0"0"-70"0,0 0-38 0,0 0-39 15,0 0-13-15,0 0-33 0,0 0-14 0,0 0-23 16,0 0-6-16,0 0-13 0,0 0-8 0,0 0-8 16,0 0 4-16,0 0-17 0,0 0 8 15,0 0-9-15,0 0 8 0,0 0-12 0,0 0 9 0,0 0-6 16,0 0 8-16,0 0-7 0,0 0 9 0,0 0 0 16,7 3 16-16,-7-3-7 0,0 0 19 0,0 0-19 15,0 0 26-15,0 0-24 0,0 0 16 0,0 0-21 16,0 0 11-16,0 0-16 0,0 0 11 0,0 0-14 15,0 0 17-15,0 0-24 0,0 0 19 0,0 0-17 16,0 0 16-16,0 0-18 0,12 0 32 0,-12 0-22 16,0 0 29-16,0 0-27 0,0 0 23 0,8-2 0 15,-8 2-12-15,0 0 0 0,10-5-1 0,-10 5-2 16,6-5-2-16,-6 5-6 0,12-5-3 0,-7 0 4 16,2 1-6-16,1 0-6 0,0-1 3 0,-1-1-5 0,3 1-1 15,0 0 3-15,-1-2-8 16,1 3 6-16,-3-1 0 0,1 0-6 0,2 2 5 0,-2-1-8 15,-2-1 10-15,-6 5-10 0,13-5-25 0,-13 5-21 16,10-3-42-16,-10 3-18 0,8-5-29 0,-8 5-14 16,0 0-39-16,0 0-63 0,9 5-233 0,-9-5 24 0</inkml:trace>
  <inkml:trace contextRef="#ctx0" brushRef="#br0" timeOffset="17701.9">3512 14316 285 0,'0'0'269'0,"0"0"-52"0,0 0-40 0,0 0-19 16,0 0-27-16,0 0-12 0,0 0-25 0,0 0-4 15,0 0-23-15,0 0-3 0,0 0-17 0,0 0 5 0,0 0-15 16,0 0 8-16,0 0-21 0,0 0 21 0,0 0-1 15,0 0 6-15,0 0-1 0,0 0-3 16,0 0 10-16,0 0-7 0,0 0 2 0,0 0-6 0,0 0-4 16,0 0-4-16,0 0-9 0,0 0 2 0,7-4-16 15,-7 4 3-15,3-5-3 0,-3 5 10 0,7-6-10 16,-7 6 0-16,10-9 2 0,-4 6-10 16,2-2 4-16,-1-1 0 0,-1 1-9 0,4 0 1 0,-2-1 7 15,0 1-2-15,2 0-10 0,-4 0 8 0,2-1-1 16,0 4-5-16,-1-2-3 0,-7 4-5 0,9-6-28 15,-9 6-25-15,9-5-51 0,-9 5-16 0,0 0-30 16,8-2-44-16,-8 2-68 0,0 0-237 0,0 0-6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1T14:16:17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9148 8818 59 0,'0'0'101'0,"0"0"-9"0,-7-2-7 0,7 2-4 15,0 0 5-15,0 0-8 0,0 0 1 0,0 0-6 16,0 0 0-16,0 0 1 0,0 0-11 0,0 0 2 16,0 0 0-16,0 0-7 0,0 0 3 0,0 0-5 15,0 0-5-15,0 0-3 0,0 0-7 0,0 0 3 0,0 0-8 16,0 0 2-16,0 0-6 0,0 0 3 0,0 0-4 16,0 0-2-16,0 0-4 0,0 0 0 0,0 0-3 15,-5 3 3-15,5-3-5 0,0 0 4 16,0 0-4-16,0 0-9 0,-1 6 4 0,1-6 1 0,0 0-4 15,0 0 0-15,0 0-4 0,0 0 5 0,0 0-6 16,0 0-2-16,1 6 5 0,-1-6-2 0,0 0 0 16,0 0-1-16,3 2 3 0,-3-2 1 0,2 3 7 15,-2-3 0-15,3 2 6 0,-3-2 6 0,0 0-8 16,10 2 1-16,-10-2-3 0,7 0 0 0,-1 0-2 0,-6 0 1 16,10 0-4-16,-3 0-2 0,4 0-2 15,-5-2 1-15,2 2-2 0,1 0-1 0,-2 0-3 0,4-2 4 16,-3 4-2-16,0-2-1 0,-1 2-1 15,-1-2 1-15,4 3-2 0,-6-2-14 0,2 1-29 0,1 1-13 16,-3 0-20-16,-2 0-21 0,2-1-15 0,1 1-14 16,-5 0-15-16,0-3-26 0,0 6-87 0,-6-1-270 15,2-3 120-15</inkml:trace>
  <inkml:trace contextRef="#ctx0" brushRef="#br0" timeOffset="201.61">9182 8965 75 0,'-2'3'84'0,"2"-3"-6"0,-2 5-1 15,2-5-10-15,0 5 5 0,0-5-6 0,0 0 11 16,3 5 2-16,-2-3 14 0,5-1-6 0,-6-1 2 16,8 2 4-16,-3 0 4 0,0-2-3 0,-5 0-3 15,14-3-5-15,-6 1-3 0,1-1-2 0,2 2-12 16,-3-2-2-16,-3 1-7 0,3-1-8 0,-2 0-5 16,-1 2-2-16,0 0-9 0,2-2 0 0,-2 3-5 15,0-1-2-15,-5 1-4 0,13 0-19 0,-8 0-47 16,3 0-52-16,-1 1-66 0,-7-1-138 0,12 0-321 15,-7 0 142-15</inkml:trace>
  <inkml:trace contextRef="#ctx0" brushRef="#br0" timeOffset="2002.99">14577 8930 132 0,'-4'2'135'0,"4"-2"-5"0,0 0-11 15,0 0-5-15,0 0-8 0,0 0-3 0,0 0-7 0,0 0 0 16,0 0-7-16,0 0-1 0,0 0-4 0,0 0 0 16,0 0-5-16,0 0-2 0,0 0-2 0,0 0-3 15,0 0-4-15,0 0 1 0,0 0-7 0,0 0-2 16,0 0-1-16,0 0-9 0,0 0 5 0,0 0-10 0,0 0-6 15,0 0 2-15,0 0-9 0,0 0-3 16,0 0-2-16,0 0-4 0,0 0-4 0,0 0 0 16,0 0-3-16,0 0-1 0,0 0 0 0,0 0 0 0,0 0 3 15,0 0-1-15,0 0 2 0,0 0 4 0,0 0-1 16,0 0 4-16,24-4-1 0,-12 3 0 0,3 0-5 16,3 0 2-16,1-1-4 0,-1-1 0 0,-5 3-2 15,6-2-4-15,-5 2 2 0,0-3-1 0,-2 3 2 16,6-1-6-16,-7 1 0 0,-1-1 6 0,2-1-4 15,-4 4-5-15,-1-2-1 0,4 0-1 0,-3 0 0 16,-1 1-4-16,-1 0-16 0,-2 2-29 0,0-2-21 16,-4-1-31-16,-3 6-24 0,3-6-29 0,-10 6-36 15,0-2-171-15,-8-2-387 0,5 3 171 0</inkml:trace>
  <inkml:trace contextRef="#ctx0" brushRef="#br0" timeOffset="2184.5">14584 9046 109 0,'0'0'131'16,"1"5"7"-16,-1-5 6 0,5 2 2 0,1-1 1 15,1-1-3-15,0 2-3 0,5-2-14 0,1-2-10 0,0 2-12 16,4-3-7-16,2 1-11 0,-1 0-10 0,4-1-9 16,-3 3-3-16,-1 0-10 0,-4 2-86 0,-5-4-155 15,-1 2-95-15,-3-1-303 0,-5 1 134 0</inkml:trace>
  <inkml:trace contextRef="#ctx0" brushRef="#br0" timeOffset="7286.82">20716 7982 106 0,'0'0'122'16,"0"0"-12"-16,0 0-4 0,0 0-13 0,0 0-3 16,3-4-9-16,-3 4-12 0,0 0 0 0,0 0 0 0,0 0-7 15,0 0-1-15,0 0 2 0,0 0-3 0,0 0-5 16,0 0 0-16,0 0-6 0,0 0-6 0,0 0-2 15,0 0-1-15,0 0-9 0,0 0-4 0,0 0-1 16,0 0 3-16,0 0-4 0,0 0-5 0,0 0 1 16,0 0-2-16,6 12-6 0,-5-5-2 0,3 2 2 15,-2 0 2-15,1 4-4 0,1 4-1 0,-2-1 7 16,2 4-6-16,0 3 3 0,-2-2 2 0,-2 5 9 0,2 1-7 16,0-1 3-16,-2 1 2 0,0 0-3 15,-2 0 0-15,0 1 3 0,1 3-4 0,0-2-3 16,-3-2-1-16,4-1-1 0,-4 1 3 0,2 0-3 0,0 0-2 15,-3-1-4-15,0 2 1 0,0-3 0 0,-1 2-3 16,1 1 1-16,-2-3-1 0,-2 2 2 0,3-3-3 16,-2 1 1-16,4-7 3 0,-1 0-7 0,3 1 1 15,-1 0-2-15,0 0 2 0,1-1-4 0,1-2-4 16,-2 1-23-16,1-5-31 0,4-1-19 0,-2-2-39 16,0 3-187-16,0-6-330 0,0 1 146 0</inkml:trace>
  <inkml:trace contextRef="#ctx0" brushRef="#br0" timeOffset="15752.66">27814 7908 110 0,'3'-2'103'0,"-1"-2"-6"0,2 1-8 15,0-1-13-15,-2 0-3 0,1 2-4 0,-1-2-13 16,-2 4 4-16,7-7-9 0,-6 7 2 0,2-3-6 16,-3 3 4-16,5-3 1 0,-3 1-9 0,-2 2 9 15,0 0-8-15,4-7 3 0,-3 5-1 0,-1 2 2 16,4-3-1-16,-4 3-7 0,0 0-2 0,2-2 0 15,-2 2 1-15,0 0-2 0,1-4-3 0,-1 4-1 16,0 0-2-16,1-5-5 0,-1 5-2 0,0 0 1 16,1-4 0-16,-1 4-9 0,0 0 2 0,0-4 1 0,0 4-1 15,0 0-3-15,4-3-2 0,-4 3 0 0,0 0-5 16,0-5 1-16,0 5 3 0,0 0 2 0,0 0-4 16,0-4 3-16,0 4 1 0,0 0-3 0,0 0 0 15,0 0 0-15,0-5 5 0,0 5-2 0,0 0-4 16,-1-4 2-16,1 4 1 0,0 0-1 0,0 0-2 15,-3-4 0-15,3 4 1 0,0 0-3 0,0 0-4 16,0-4 3-16,0 4 0 0,0 0-1 0,0 0 3 16,0 0-1-16,0 0 0 0,0 0-2 0,-2-4-4 15,2 4 4-15,0 0-1 0,0 0-1 0,-9 0 0 16,9 0-2-16,-6-2-1 0,6 2 1 0,-8 0 1 0,8 0-4 16,-10-1-1-16,4 0 2 0,6 1 1 15,-15 0 1-15,8-1 0 0,-4-1 0 0,1 0-1 0,1 2-1 16,0-1-3-16,-4 0 6 0,3-1-4 0,-2-1 2 15,1 2-2-15,-2-2 3 0,1 2-1 0,0 0-3 16,-1-2 4-16,2 0-1 0,-2 0 1 0,0 1 3 16,2-2-7-16,-2 1 7 0,2 1 1 0,0-1 3 15,0 0-5-15,-1 1 3 0,2-1 1 0,-3 2 2 0,0-2 4 16,2 0-2-16,0-1 1 0,0 2-7 0,-1-3-3 16,1 3 2-16,0 1-2 0,-1-3 2 15,-1 3 3-15,0-2-5 0,1 1 2 0,0 0-3 0,0 2 1 16,0-2 3-16,-2-1 0 0,1 3 2 0,1-3-1 15,-1 3 0-15,1 0 1 0,0 0-3 0,-4 0 3 16,2 3-3-16,-4-3 2 0,4 3-2 0,-3-1 0 16,0 3 1-16,-1-1 0 0,2 2-4 0,6-2-3 15,-8 1 7-15,3 0-6 0,1 0 4 0,-4 2-2 16,4 0 1-16,1 0-2 0,0-1 4 0,3-1 0 16,-6 4-4-16,4-3-1 0,-3 4 4 0,3-3 1 15,2-1 0-15,-3 2 0 0,-1 0 1 0,2 0 0 16,1 0 2-16,-2 4-2 0,-3-5 2 0,3 4-2 0,-1-2 3 15,1-2 2-15,3 2 3 0,-3-1-1 0,4 2 3 16,-2-1 1-16,2-2 2 0,-1 1 0 0,4 2-4 16,-4-3 4-16,3 2 1 0,0-2 0 0,-2 1-5 15,3 0-2-15,1-2-1 0,1-2 0 0,-1 4 5 16,2-4-2-16,-1 1 1 0,-1 1-7 0,4-4 3 16,-1 2 2-16,-1 0-1 0,3-4-1 0,-4 6-2 15,4-6-4-15,0 2 4 0,0-2-4 0,-1 4 1 16,1-4 2-16,0 0-1 0,0 0-2 0,-1 4 1 0,1-4-3 15,0 0-1-15,0 0-15 0,0 0-14 0,0 0-17 16,0 0-19-16,0 0-10 0,0 0-20 16,0 0-21-16,0 0-15 0,0 0-16 0,0 0-51 0,9-10-137 15,-4 5-360-15,0-1 160 0</inkml:trace>
  <inkml:trace contextRef="#ctx0" brushRef="#br0" timeOffset="16433.53">26754 7882 95 0,'-3'-4'149'0,"2"0"-10"0,-1 0 4 0,0 2-1 16,2-4 1-16,0 6-8 0,-2-4-6 0,1 2-11 0,1 2-4 15,1-8-8-15,-1 8-7 0,2-5-2 0,-2 5-5 16,0-4-6-16,0 4-5 0,0 0-9 0,0 0-8 16,1-6-7-16,-1 6-1 0,0 0-10 0,0 0-8 15,0 0-1-15,0 0-6 0,0 0-1 0,0 0-5 16,0 0-3-16,-10 10-2 0,6-5 1 0,0 3 0 15,-2-3-7-15,-2 6 0 0,3-4-4 0,0 5 3 16,-3-1 0-16,2-2-2 0,1 4-2 0,-2-3 1 16,2 1-1-16,1 0 0 0,-1 1-2 0,2-1 0 15,1 0 0-15,1-1 0 0,-2 0 2 0,3 2-2 16,0-5-3-16,0 5 1 0,0-4 1 0,0 0-1 0,3-1 0 16,-2-1 2-16,-1 2-3 0,4-3 4 0,-3 0 7 15,4-1 0-15,-1-1-4 0,-3 0 6 0,3 0 6 16,-1 0-6-16,1 0 0 0,-4-3 10 0,9 3 2 15,-2-2-1-15,1-1-1 0,1 0-1 0,2 0 0 16,0 1-1-16,-1-2-6 0,4 1 1 0,-3 0-3 16,3-1 5-16,-5-1-1 0,2 1-2 0,-1 1-3 15,-1-3-4-15,-3 3 1 0,3-1 0 0,-5 1-5 0,4-1 3 16,-1 1-3-16,-7 0-2 0,12-1 0 0,-12 1-3 16,10 0-2-16,-6-1 6 0,-4 1-3 15,9 0 1-15,-9 0-1 0,6-2 0 0,-6 2-4 0,8 0 4 16,-8 0 1-16,0 0 0 0,0 0-3 0,6-1-1 15,-6 1 2-15,0 0-1 0,0 0-3 0,0 0 4 16,0 0-2-16,0 0 1 0,0 0-1 0,-1-4-1 16,1 4 0-16,0 0 0 0,-9-7 0 0,5 5 0 15,-1 0 1-15,5 2-8 0,-8-4 8 0,3 1-1 16,1-1-2-16,-2 0 4 0,2 1-2 0,-1 0 7 16,1-2 3-16,-1 1 3 0,1 1 2 0,-2-4-4 15,2 1-5-15,-5-2 3 0,3 3 4 0,-1-4-5 16,-1 1-1-16,1-1 3 0,-1 1-4 0,1-1-2 0,-1 1 3 15,3 1 1-15,-3-1-1 0,2 2 0 0,2 0-2 16,-2 1 0-16,2-1-3 0,0 3-1 0,0 0 3 16,2-1-2-16,-1 1 1 0,0-1-1 0,3 4-3 15,-6-2-12-15,6 2-21 0,-14 1-18 0,5 0-25 16,3 0-24-16,-7 2-10 0,1 0-15 0,1 1-15 16,2-3-20-16,-3 3-5 0,1-2-64 0,0-1-126 15,3 3-384-15,0-4 170 0</inkml:trace>
  <inkml:trace contextRef="#ctx0" brushRef="#br0" timeOffset="18966.41">25844 8015 76 0,'-13'-5'128'0,"-4"-2"-11"0,-1 1-12 16,1-1-8-16,-3 2-13 0,1 0-4 0,-1-1-13 16,0 2 3-16,-1 1-4 0,-6-3-8 0,7 2-7 15,-10 1-8-15,-2 0-9 0,2 2 0 0,2 0-4 16,-3 1 4-16,-1 0-11 0,0 3 0 0,-4-1-2 0,2 1 5 16,0 0-2-16,2 1-8 0,-2 0 1 0,1 0-5 15,-2 1-2-15,3-2 1 0,-1 0 3 0,-1 3-6 16,2-5-1-16,-3 3 5 0,-1-2-8 0,0 0-6 15,0 0 6-15,-3 0 4 0,-1-1-3 0,1-2-1 16,-15 5 2-16,1-4-1 0,19-3 1 0,-21 0 4 16,3 1-11-16,2 1 6 0,-4-3 1 0,3 1-1 15,0 2-6-15,13 1 4 0,-16-7 2 0,15 5-2 16,-1 0-1-16,4 3 5 0,2-1 2 0,0 0 0 0,6 0-3 16,-4 2 2-16,6 0-1 0,-3-2-1 15,1 6-2-15,0-5-4 0,0 2 3 0,1 0-3 0,-1-1 3 16,-1 2 0-16,6 0 3 0,4-2-5 0,-3 0 2 15,2 2-3-15,-1-3 2 0,-2 4-3 16,-4-2 4-16,4 1 1 0,-5-2-1 0,2 4 4 0,-2-2-8 16,2-3-9-16,4 1 4 0,0 2 3 0,3-1 3 15,-3 1 4-15,-1 1-5 0,3 0 4 0,-1-1 1 16,2 2-1-16,1-1-2 0,-2-1-1 0,1 0 1 16,-2 2 1-16,2-2-7 0,0 0 6 0,1-1 0 15,-4 1-2-15,4 0 2 0,-3 0-2 0,0 0 2 0,1 1-4 16,-1 0-2-16,-6-2-1 0,-2 1 3 15,2 1-2-15,-1 2 0 0,5-4 1 0,-3 3 4 0,0-3-7 16,4 0 0-16,-5-1 7 0,8 3-7 0,-3 0 3 16,6-2-3-16,-5-2 5 0,2 2 2 0,1 2 1 15,0 0 3-15,-1 0-9 0,0-1 4 0,6-1 1 16,-5 1-4-16,2-1 3 0,2 1 5 0,2-1-2 16,-1 0 2-16,-2 2-3 0,1-2 8 0,-4 2-4 15,0 1 1-15,4-1-2 0,-4 0 1 0,0 2-2 16,1 0 3-16,0 3-12 0,-1-3 10 0,1 2 1 0,2 0-1 15,1 0 2-15,-4 3-5 0,5-1-1 0,-5-1 3 16,6 2 0-16,-2 0-2 0,1 1-2 16,-1-1 1-16,2-2 4 0,0 2-2 0,3-4-8 0,-4 4 8 15,0-1-2-15,-2-3 3 0,3 1 2 0,1-1-3 16,0 1 2-16,-1-4-4 0,0 3-5 0,2-1 7 16,-7-2 1-16,2 4-5 0,3-5 5 0,2-1-6 15,-2 3 4-15,1-2-2 0,0 1 4 0,-2 0-1 16,1-1-1-16,1-1 2 0,1 2-1 0,-2 0 0 15,1-2-4-15,1 2 5 0,-1 1-6 0,0-1 4 16,-2 0-2-16,-1 0-1 0,2 0 7 0,2 0-7 0,-2 2-1 16,1-2-4-16,2 2 5 0,-3 0 1 0,4 1 2 15,-2-1 0-15,-2 0-5 0,2 0 2 0,1 2-5 16,0-2 9-16,0 2 0 0,1-1-2 0,1 0 3 16,-2 2-2-16,4-2-3 0,-2 4-1 0,2-3 4 15,-2 2 0-15,0 0 1 0,3-1 0 0,2 1-1 16,-2-1 0-16,0 5-3 0,0-6 6 0,4 3 0 15,-5 2-4-15,4-3-3 0,-3 1 7 0,4 0-2 16,0-2-2-16,-4 2 5 0,4-2-3 0,-1 1 1 0,1-2-4 16,-3 2 2-16,3-1-2 0,0-1-7 15,3 0 8-15,-3-2 3 0,1 4-7 0,-1-2 5 0,4 0-1 16,-3-1 3-16,3 0-2 0,0 1-2 0,0-1 4 16,-2 1-4-16,5 1 1 0,-2-2-3 0,-1 1 3 15,5 0 4-15,-3-1-7 0,-1 1 0 0,5 1 2 16,-1 0 3-16,0-1-4 0,2 4-1 0,1-1 2 15,0-1 5-15,-3-1-4 0,2-2 5 0,3 1-1 16,1 2-1-16,2-2-5 0,-5-4 0 0,3 4 5 16,4-1 1-16,-1 1 3 0,-1-2-5 0,2 1 3 15,-1-4-4-15,-2 4 7 0,2-3-1 0,5-1-1 0,-4 2 2 16,3 1 3-16,-3-3-5 0,4-1 2 0,5 6 1 16,-7-4 3-16,7 0 2 0,1 3-1 0,-2-2 4 15,-4-2-4-15,-2 2 0 0,4-1-4 0,-2 0 2 16,4 0-4-16,-4-1-1 0,-2 2 2 0,0-2 1 15,0 1-4-15,5 1 1 0,-5 0-2 0,-2-1 1 16,0 0 0-16,-1 0-3 0,1 0-2 0,-2-1 6 16,1 2-8-16,1-2 2 0,-2 1 1 0,-1 0-3 15,0 2 2-15,-2-3 4 0,2 0-2 0,2 0-1 16,-5 1 3-16,2 0-4 0,2-1 4 0,-3-1 2 16,-1 2 2-16,4-2 10 0,2 1-3 0,-2-2 4 0,1-1 5 15,-5 4 0-15,3 0 2 0,3-1-1 0,-2-2 0 16,0 1 4-16,-2-1-3 0,3 1-3 0,-4 1-2 15,6-3 0-15,-1 2-4 0,2-1 2 0,-1 2-6 16,0 0-5-16,2 0 3 0,-1 0 0 0,6 2 0 16,-4 1-5-16,4-3-5 0,-5 1 2 0,5 2 5 15,1 1-3-15,-3-3 2 0,2 4-5 0,-6-4 2 16,0 2-5-16,-3 1 2 0,1-3 3 0,3 1 2 0,-4 0-4 16,1 0 4-16,0 0-2 0,1 1-4 15,6 0 1-15,-7 0-13 0,7 3-18 0,-7-3-21 0,8 3-14 16,1-3-23-16,4 1-12 0,-4-1-20 0,0 0 3 15,0 1-42-15,0-1-103 0,-7-2-284 0,7 0 127 16</inkml:trace>
  <inkml:trace contextRef="#ctx0" brushRef="#br0" timeOffset="20038.12">24317 9744 86 0,'29'-4'149'16,"-2"1"-24"-16,0 1-10 0,-4 2-5 0,-3-7-7 15,1 5 3-15,5-2-13 0,4 1-4 0,-3 2-11 16,-9 1-10-16,5-2-4 0,-2 2-1 0,6 0-11 0,-6 2-1 15,0 2-13-15,2-3 2 0,-2 2-5 0,-1-1-3 16,10 2 0-16,-2 1-4 0,-8-2-3 0,9 1-1 16,-9 2-9-16,7-2 2 0,-1-1-4 0,4 1 1 15,-9 1-2-15,6 0 0 0,4-4 0 0,-4 4-4 16,2-1-6-16,-8-2 7 0,2-1 2 0,3 1-4 16,5-1 2-16,-10-1-3 0,7 2-2 0,0-2-2 15,1 0 0-15,-1 0 5 0,-5 0-2 0,9 0-5 16,-2 0 6-16,2-2-4 0,-4 1 1 0,2-1 0 15,0 1-3-15,-1 0 3 0,3 0 0 0,-4-2-3 16,4 2 1-16,0-2-4 0,1 3 5 0,-1 0-7 16,-1-2 3-16,-2 2 0 0,3 0 3 0,-2 0 1 0,-1 0-3 15,-1 0 0-15,0 0 1 0,-5 0-1 0,-1 0-2 16,-2 0 6-16,3 0-2 0,-3-3-4 0,1 3 3 16,2-2 1-16,-1 2 1 0,0-2-2 0,5-1-2 15,3 1 4-15,-3 2-3 0,1-3 4 0,0 3-2 16,2 0-5-16,-2-2 5 0,-1 4-5 0,-7-2 1 15,3 0-1-15,5 3 6 0,0-3 1 0,2 1-9 16,-3 0 6-16,-6 2 3 0,1-1-6 0,-2 0 1 0,3 1 0 16,-2-3 3-16,-1 2-4 0,2-2 1 0,-4-2-1 15,1 2 4-15,-1 0-4 0,-1-1 6 16,-2-1-6-16,-2 0 4 0,6 0-2 0,-1-2 5 0,2 0-3 16,3 2-2-16,-5 0 0 0,5-3-3 0,0 1 6 15,5 3-1-15,-6-3-1 0,4-3 0 0,-5 3-2 16,7 0 5-16,-5 1-4 0,5-3-1 0,-2 2-4 15,-7 2 3-15,3-2 3 0,0 0-4 0,-4 0 2 16,1-1-1-16,-3 1 3 0,3-1 0 0,-1-1-1 16,-1 1 0-16,-1 0 0 0,-3 1 2 0,1-1-1 15,-2 0-2-15,1-2 0 0,3 0-1 0,-4 0 6 0,-1-1 1 16,0 3-2-16,-1-3-2 0,5 0-4 0,-5-1 0 16,-2 1 3-16,2 0-1 0,0-1 2 0,-2 0 0 15,2-2 4-15,-1 2 1 0,0 0-4 0,0-2-2 16,0-3 6-16,-1 0-4 0,1 1 3 0,-2-1 4 15,1-1 5-15,-3 0 2 0,2-1 0 0,-5 0 3 16,7 2 6-16,-4-4 1 0,4 3 1 0,-5-2-3 16,0 0 11-16,1-1-7 0,0 0 4 0,-1 0-2 15,-2 1 2-15,1 1-1 0,0-4-1 0,-2 6 2 0,0 2-6 16,-1-1-2-16,0 4-2 0,0-4 1 0,-1 4-6 16,1-1 2-16,-1 3-2 0,1-2-7 0,-3 4 4 15,2-6 1-15,-1 5-5 0,-2-4 3 0,2 4-1 16,-1 0-3-16,1-4 0 0,-4 3-2 15,2 0 1-15,-1-2-3 0,-2 1 5 0,-1-1-5 0,1 1-1 16,-1-2 1-16,-1 2 1 0,1-3-2 0,1 4 3 16,-5-6-7-16,3 3 4 0,-1 1-5 0,3-1 2 0,-4-2 3 15,-1 0-3-15,3 3 3 0,-2-3-1 16,-1 0-1-16,1 4 0 0,2-2-1 0,-3 0 4 16,3 0-4-16,-2 2 1 0,1 0-1 0,-4-2-1 0,0 1-1 15,0-1 3-15,5 5-2 0,-4-4 0 0,4 4 1 16,-5-2 0-16,4 2 0 0,-8-3 0 0,7 1 2 15,-8 0-4-15,3-1 0 0,-2 1 1 0,3 0-3 16,0 0 1-16,2 1 5 0,-2-2-2 0,-1 0 3 16,2 1-3-16,-1-2-1 0,-2 1 2 0,3-2 0 15,0 0 1-15,1 0-3 0,-3 0 3 0,2-3-2 16,2 1 1-16,-2 3-1 0,0-4-1 0,0 1 0 0,-1 0 2 16,-7-8-6-16,-2 4 4 0,-2-4 0 15,-6-2-2-15,-13-4-11 0,-2-4-12 0,0 2-14 16,-7 3-2-16,-6-6-9 0,1 4-3 0,-29-8-10 0,7 1 0 15,20 14-5-15,-26-9 5 0,-1 6 3 0,0 0-4 16,-1 4-6-16,-3 2 7 0,2 0 7 0,-2 3-3 16,-1 1 4-16,-3 3 10 0,-2 0-5 0,3 1 6 15,2 3 3-15,25 5 10 0,-23-5 3 0,26 9-2 16,1 0-7-16,0-1 11 0,-3 2-2 0,-24 6-51 16,27-4-98-16,3 0-191 0,-6 0 85 0</inkml:trace>
  <inkml:trace contextRef="#ctx0" brushRef="#br0" timeOffset="21171.48">22300 7279 28 0,'0'0'163'0,"-2"-5"-11"0,2 5-11 16,0 0-6-16,0 0-18 0,0 0-8 0,0 0-15 16,0 0-9-16,0 0-14 0,0 0 1 0,0 0-8 15,0 0-7-15,0 0-11 0,0 0 3 0,0 0-7 16,0 0-6-16,0 0-6 0,0 0-4 0,0 0 0 16,0 0-1-16,0 0-6 0,0 0 4 0,7 8-7 0,-5-3 5 15,0 0-5-15,-2 2-3 0,0-1 3 0,0 5 0 16,0 2 1-16,0-2 2 0,0 6-1 15,-2 0-5-15,2 0 4 0,-2 3-1 0,4-2-3 0,-2-1 0 16,0 0-1-16,2 2-3 0,-2-2 3 0,5 0-6 16,-5-2 0-16,3 2 3 0,-2-2-3 0,0 1 2 15,2-3-4-15,-3-2 2 0,1-1-1 0,-1 0 3 16,0 1-2-16,5-2-3 0,-2 0-11 0,-3-4-45 16,0 1-41-16,1 1-46 0,-2-5-134 0,-2 3-295 15,-2-2 131-15</inkml:trace>
  <inkml:trace contextRef="#ctx0" brushRef="#br0" timeOffset="21503.39">22250 7733 85 0,'0'0'164'0,"13"-1"-13"16,-5 1-14-16,-1-3-9 0,1 3-19 0,-1-1-8 0,1 1-11 16,0-1-3-16,0 1-11 0,-2-2-8 0,2 4-8 15,-8-2-2-15,10 0-7 0,-5 1-3 0,-5-1-7 16,13 0-1-16,-7 0-8 0,-2 0-9 0,4 0-15 15,-3 1-21-15,-5-1-25 0,9-1-32 0,-3 0-49 16,-2-2-101-16,1 1-238 0,-1-2 105 0</inkml:trace>
  <inkml:trace contextRef="#ctx0" brushRef="#br0" timeOffset="21733.7">22103 7396 152 0,'0'0'161'0,"4"-7"-17"0,0 3-16 16,2-3-12-16,5 1-11 0,-2 2-8 0,2-3-9 15,2 3-11-15,3 0-2 0,-3 2-12 0,8-3-4 0,-5 2-7 16,3 0-5-16,0 3-2 0,-2-1-13 15,-4 0-9-15,2 1-27 0,-2-2-20 0,1 1-16 0,-2 0-26 16,-1 0-54-16,-2 0-82 0,0-2-218 0,-1 2 96 16</inkml:trace>
  <inkml:trace contextRef="#ctx0" brushRef="#br0" timeOffset="22066.78">22553 7273 23 0,'0'0'121'0,"0"0"-3"0,-1 9-5 16,1-4-10-16,1 2-4 0,-1-1-9 0,0 2-11 16,0 4 2-16,4-3-10 0,-4 2-7 0,4 1-6 15,0-2 1-15,-3 2-8 0,8 3-2 0,-8-1-4 16,6 3-7-16,-5-5-2 0,2 0-8 0,-1-1 1 0,0 2 1 15,0-2-3-15,-3 0 1 0,6 1-7 0,-4-1-3 16,-2 0 2-16,1 0-2 0,-1-3-1 16,0 5 0-16,-1-6-3 0,1 3-5 0,-2-1 4 0,1 1 1 15,-4-3-4-15,4 2-2 0,-1-2 0 0,0-1 0 16,-1 1 1-16,-2-3-1 0,4-1-3 0,0 2-1 16,-1 0-6-16,2-5-7 0,-5 2-17 0,1 1-19 15,4-3-42-15,0 0-62 0,-11-5-76 0,7 0-242 16,0 0 108-16</inkml:trace>
  <inkml:trace contextRef="#ctx0" brushRef="#br0" timeOffset="22302.55">22613 7317 33 0,'7'-4'138'0,"-2"2"-17"16,4-1-11-16,-3 1-7 0,3 1-12 0,-1 1-7 15,-1 1-12-15,2 1-9 0,-5 3 2 0,3-2-13 16,-1 2 0-16,0 2-7 0,-2-2-1 0,-1 1-2 16,-1 4 0-16,-4-2-12 0,2 3 7 0,-5-2-9 0,-1 3 5 15,-2-2 3-15,-3-1-6 0,-3 5-7 0,3-4 1 16,-3 0-6-16,-2 2-21 0,5-5-44 0,-3 2-65 16,0-1-97-16,-3-1-227 0,7-2 100 15</inkml:trace>
  <inkml:trace contextRef="#ctx0" brushRef="#br0" timeOffset="23550.67">23096 7296 20 0,'-6'-17'108'0,"0"0"-17"16,-2-1 0-16,3 2-2 0,-3-2-7 0,-1 1-15 0,3-1-2 15,-3 2-8-15,0-2-8 0,-4 2 2 0,4-1-6 16,-9-3-1-16,4 3-4 0,-8-1 0 0,8 4-4 15,-3-7-4-15,1 7 8 0,2 1 3 0,-1 0-6 16,1 0 1-16,1 1-4 0,-2 0-3 0,0 0 3 16,4 4-2-16,-2-3-2 0,3 3-8 0,-5 1-1 15,3 0 0-15,2 2-4 0,-3-1-5 0,-5 1-1 16,6 1-1-16,-8 2-3 0,1 1 3 0,-1 1-3 0,-2 1-2 16,-6-1 4-16,2 4-1 0,-6 1-2 0,4 3 3 15,-2-2-7-15,0 3 0 0,-1-1 2 0,2 0-1 16,-3-1-6-16,4 3 3 0,-3-3 3 0,3 1 2 15,-2 0 2-15,-4 1-5 0,9-2 2 0,3 1-1 16,-6-2 2-16,1 1-1 0,9-2-3 0,-1 3 1 16,0-2-2-16,0 1-2 0,1 0 0 0,-1 3 10 15,2-2-6-15,2 3 0 0,-2 0-2 0,2 2 0 0,2-2-1 16,3 1-2-16,-3 1 3 0,4 2-1 0,0-1 3 16,-1 1-1-16,1 2-4 0,0 1 7 0,0 0-3 15,2 0 0-15,-1 0-1 0,0 1 0 0,3-1 0 16,-1 2-9-16,1-3 12 0,1 1-1 0,0-2-1 15,1 2 1-15,1 0 3 0,2 3-1 0,-2-3 6 16,2-1-1-16,2 1-1 0,2-1-2 0,1 1 4 16,-3-7-4-16,3 6-3 0,-1 1 3 0,4 2 1 15,-2-3-4-15,-3 0 0 0,1 0 1 0,0 1 3 0,1-1-1 16,2 0-4-16,-3 1 3 0,-1-1-7 0,3 0 6 16,-1-1-2-16,0 0 2 0,4 0 2 0,-1 0-3 15,1 1-3-15,2 0 5 0,2 0 7 0,4 4-8 16,-2 1-3-16,7-1 1 0,-2-2 0 0,2-1-1 15,0-1 1-15,3 0 1 0,3-1 0 0,-1 0 2 16,4-3 0-16,2 0-1 0,4 0-4 0,2-2 5 16,0-2 2-16,12 1-5 0,3-2-1 0,-3 1 6 15,-13-7-5-15,2 3 4 0,0-5 1 0,-1 0 4 0,15 0 1 16,-17-5 6-16,-3 3-2 0,5-4 5 0,-3-2 0 16,2-1-3-16,-4-3 2 0,0 1 3 15,-6-4-1-15,-2-4-2 0,0 0 0 0,-3-3-4 0,-1 0-1 16,-4-7 0-16,-4 2-2 0,-1-4-1 0,-5 0 2 15,-1-1-2-15,-1-14-2 0,-3 9 2 0,-3-10 2 16,-3 11-5-16,-2-11-2 0,-5 4 1 0,0 6-2 16,-3-10 0-16,-4 3-4 0,1 1 1 0,-7-1 2 15,2 2-2-15,6 10-2 0,-3 0 2 0,1-1-3 16,-2 2 1-16,0 1-6 0,-1 2-5 0,-2 3-16 16,-1 2-27-16,-4 0-39 0,3 4-33 0,-6 5-185 15,-7 1-335-15,-9-1 147 0</inkml:trace>
  <inkml:trace contextRef="#ctx0" brushRef="#br0" timeOffset="26951.38">6635 9726 92 0,'0'0'117'16,"0"0"-10"-16,0 0-3 0,0 0-11 15,0 0-9-15,0 0-7 0,0 0-5 0,0 0-9 16,0 0-7-16,0 0-6 0,0 0-4 0,0 5-2 0,0-5-8 16,0 0-3-16,0 0-2 0,-5 5-1 0,5-5-7 15,0 0-2-15,-1 4 2 0,1-4-4 0,0 0-2 16,0 0-2-16,-3 3-1 0,3-3-3 0,0 0-5 15,2 5 3-15,-2-5-2 0,0 5-2 0,0-5 5 16,0 0 3-16,0 0-6 0,1 4 4 0,-1-4-5 16,0 0 0-16,0 0-1 0,0 0 9 0,0 0 3 15,-1 3 10-15,1-3 4 0,0 0 1 0,0 0-3 0,0 0 2 16,0 0-2-16,0 0-3 0,0 0-3 0,0 0 0 16,0 0-6-16,0 0 2 0,0 0-1 0,0 0-7 15,0 0 1-15,2 5-3 0,-2-5-3 0,5 4-19 16,0-2-51-16,0-1-48 0,2 1-146 0,2 1-280 15,-3 2 124-15</inkml:trace>
  <inkml:trace contextRef="#ctx0" brushRef="#br0" timeOffset="27369.08">6568 10066 99 0,'0'0'126'0,"0"0"-9"16,1-6-6-16,-1 6-12 0,1-3-3 0,-1 3-9 15,0 0-2-15,0 0-7 0,3-2-11 0,-1-4-4 16,-2 6-7-16,7-4 0 0,-4 2-3 0,1-1-4 16,0 3-3-16,0-2-7 0,2-3-1 0,-1 4-7 0,1 0-3 15,0-2-2-15,0 3 1 0,3-2-4 0,0 0-7 16,4 2 4-16,-2-2-4 0,1 1 0 15,2-2-4-15,-1 2-2 0,6 1 2 0,-5 0-6 0,-1 0-10 16,1 0-19-16,-3 0-24 0,2 1-19 0,-3-2-20 16,-2 2-43-16,0 0-81 0,-5 1-226 0,-3-2 101 15</inkml:trace>
  <inkml:trace contextRef="#ctx0" brushRef="#br0" timeOffset="27584.08">6651 10110 109 0,'0'0'135'0,"10"-10"-12"16,-4 5-4-16,2 1-12 0,-3 2-17 0,0-1-5 16,5-2-7-16,-2 2-6 0,-3-1-9 0,4 2-7 15,0 1-3-15,-1 1-9 0,-5-2-16 0,-3 2-35 0,10 3-44 16,-8-1-133-16,2 1-200 0,0 1 89 15</inkml:trace>
  <inkml:trace contextRef="#ctx0" brushRef="#br0" timeOffset="29383.4">7442 9985 29 0,'-7'0'137'0,"7"0"-3"0,0 0-6 0,0 0-8 16,0 0-10-16,0 0-8 0,0 0-4 0,0 0-9 0,0 0-10 15,0 0-4-15,14-4-3 0,-9 1 2 0,-2 1-5 16,-1-1-3-16,4 1-3 0,-6 2-6 0,5-3-6 16,-5 3-5-16,7-3-4 0,2 1-3 0,-6-2-4 15,3 1-8-15,1 0-1 0,-1 1-3 0,2 2 2 16,-8 0-8-16,11 2-2 0,-3 1 2 0,-3-1-3 15,0 2-6-15,0-1-12 0,0 0-13 0,-1 0-13 16,-3 1-21-16,2-1 10 0,-3 1-11 0,1 1 1 16,-2-2-2-16,-2 1 2 0,1 1 3 0,-5 0 8 15,1 1-2-15,-3-2 12 0,0 1 4 0,-2-1 3 0,-1 1-10 16,3-1 25-16,1 0 10 0,2 0 1 0,1-1 8 16,0-2-3-16,-1 3 2 0,2-2 5 0,0 3 0 15,1-3 4-15,2 2 5 0,1-4-3 0,0 8 4 16,4-6 4-16,1-1 11 0,4 1 5 0,4-2-3 15,0 0-5-15,6-2-1 0,-3 1-5 0,2-1-3 16,3-2-2-16,-1 0-6 0,0 0 0 0,-1 2-3 16,0-4-12-16,-8 5-32 0,2-3-60 0,-7 4-197 0,-1-1-308 15,-2-2 137-15</inkml:trace>
  <inkml:trace contextRef="#ctx0" brushRef="#br0" timeOffset="30102.65">7171 10848 30 0,'0'0'112'0,"-3"3"-7"0,3-3-5 16,0 0-4-16,0 0 1 0,0 0-1 0,3 7 3 16,-3-7-3-16,1 3-4 0,-1-3-2 0,0 0-2 15,3 2 6-15,-3-2 0 0,0 0 10 0,6 4 2 0,-6-4 2 16,0 0-7-16,13-3-2 0,-8 2-10 0,5-2-6 16,1-1-8-16,1 1-8 0,1-1-3 0,0 0-11 15,-3 3-5-15,5-1-6 0,-6 0-10 0,-2 4-13 16,5-1-19-16,-7 1-19 0,1 2-24 0,-3 0-26 15,0 3-38-15,-3 0-13 0,0 4-28 0,-3-4-165 0,0 4-337 16,-4-3 149-16</inkml:trace>
  <inkml:trace contextRef="#ctx0" brushRef="#br0" timeOffset="30250.08">7172 11014 98 0,'-1'4'155'15,"1"-4"-13"-15,0 0 1 0,0 0 0 0,0 0-6 16,15 1-6-16,-9 1-12 0,5-4-6 0,0 2-8 15,3-1-9-15,4-2-11 0,0 2-6 0,1 0-9 16,0 1-8-16,-2 1-9 0,-2-1-20 0,-3 1-29 16,-3 3-41-16,-4 0-50 0,1 1-72 0,-2-3-89 15,-5 1-268-15,-3 3 119 0</inkml:trace>
  <inkml:trace contextRef="#ctx0" brushRef="#br0" timeOffset="31017.1">7402 12114 121 0,'0'0'194'16,"0"0"-14"-16,0-6-9 0,0 6-11 0,0 0-11 0,0 0-17 16,0 0-10-16,0 0-16 0,0 0-8 0,0 0-11 15,0 0-10-15,6-1-5 0,-6 1-10 0,0 0-5 16,6-3-1-16,-6 3-8 0,12-2 0 0,-2 1-5 15,1-2-9-15,3 2 0 0,0-2-4 0,0 2-3 16,5-1-6-16,0 1-2 0,-1 1-15 0,-5 0-17 0,0 1-32 16,-2 1-19-16,-3 2-21 0,-3-1-22 15,3 0-25-15,-3 2-153 0,-3 1-308 0,-2-1 137 0</inkml:trace>
  <inkml:trace contextRef="#ctx0" brushRef="#br0" timeOffset="31184.26">7466 12208 28 0,'-4'2'166'15,"1"1"-11"-15,0-1-17 0,3-2-11 0,-8 3-14 16,8-3-1-16,0 0-9 0,0 0-9 0,0 0-1 16,0 0-2-16,15 1-7 0,-4-1-10 0,2-1-1 0,6 1-7 15,2-2-9-15,-2 1-4 0,-2-1-8 0,2 0-5 16,-2 0-11-16,-3 4-36 0,-4-2-24 0,-2 2-28 16,1 1-31-16,-4 0-45 0,0 3-102 0,-3-1-256 15,0 0 113-15</inkml:trace>
  <inkml:trace contextRef="#ctx0" brushRef="#br0" timeOffset="31766.23">7609 13263 60 0,'5'-8'215'16,"1"-1"-3"-16,4 2-18 0,-3 0-17 0,2 0-15 15,0-1-18-15,0 2-15 0,1 0-16 0,-2 2-10 16,3 2-9-16,1 1-16 0,-1 1-20 0,2 0-35 0,-3 1-28 16,-1 3-32-16,1 1-24 0,-2-1-27 15,0 1-30-15,-6 0-125 0,1 1-262 0,2 0 117 0</inkml:trace>
  <inkml:trace contextRef="#ctx0" brushRef="#br0" timeOffset="32054.56">7743 13329 40 0,'-4'2'184'0,"3"1"-9"0,1-3-9 15,-3 5-6-15,3-5-4 0,0 0-4 0,0 0-10 16,0 0-13-16,0 0-7 0,12-8-9 0,-7 6-3 16,4 1-17-16,0-3-7 0,4 1-11 0,2-1-5 0,2-1-10 15,3 4-4-15,1-1-5 0,-3-2-4 16,1 3-9-16,0 2-5 0,-3-1-29 0,4 2-26 16,-4 0-27-16,-3 0-19 0,1-1-22 0,-1 4-10 0,0 1-22 15,-3-1 6-15,0 0 6 0,-1 2 4 0,-1-1 11 16,0-1 10-16,-2 1 10 0,-1-2 13 0,0 1 5 15,-1-3 18-15,-2 2 19 0,1-1 18 0,1-1 20 16,-2 0 19-16,-2-2 19 0,4 5 15 0,-4-5 7 0,1 5 0 16,-1-5-1-16,2 2-4 0,-2-2 0 15,0 0-2-15,-2 8-7 0,2-6-8 0,-1 2-1 16,1 3-9-16,-1-1-3 0,1 1-4 0,1-2-6 0,0 7-5 16,1-4-39-16,-2 4-33 0,3-2-53 15,3-1-82-15,-2-4-107 0,1 0-308 0,1 0 137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10-13T14:04:44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6603 9852 1 0,'0'0'125'0,"0"0"-14"16,0 0-11-16,0 0-17 0,0 0-9 0,7 3-8 16,-7-3-5-16,0 0-11 0,0 0-8 0,13 1-7 15,-13-1-5-15,0 0-4 0,16-1-4 0,-16 1-3 16,13-1-3-16,-13 1-5 0,18 0-1 0,-18 0-2 0,19-2-1 15,-6 1 1-15,-3 1-2 0,5-1 1 0,-3 1-6 16,1 0 4-16,2 0-2 0,-2-1 22 0,2 1-27 16,-1-2 23-16,3 2-26 0,-1 0 24 0,2 0-29 15,1 0 31-15,1-3-33 0,-1 3 29 0,1-1-24 16,1-2 25-16,-1 2-31 0,3-1 26 0,1 0-23 16,2-1 27-16,2 1-26 0,-1 0 27 0,1-1-24 15,-1 0 21-15,2 1-25 0,-1 0 30 0,0-1-31 16,0 1 31-16,-1-1-28 0,-1 2 23 0,2 0-26 15,-2-1 27-15,-1 2-27 0,2-3 27 16,-4 3-27-16,-1-2 26 0,1 2-28 0,0 0 26 0,0-1-26 16,-3 0 26-16,3 0-25 0,0-1 27 0,0 2-29 15,-1-1 25-15,1-1-23 0,4 1 25 0,-2 0-26 16,1-1 29-16,-2 0-28 0,2 1 24 0,-1-1-24 16,1 1 25-16,-1-1-26 0,1 0 29 0,-3 0-27 15,1-1 27-15,-2 1-29 0,-2 2 27 0,2-1-25 16,-2-1 26-16,2 2-29 0,-4-2 28 0,2 1-27 15,0 0 26-15,-1 0-24 0,-1-2 27 0,-2 2-30 16,2 1 29-16,0-3-29 0,-4 3 30 0,0-2-25 16,2 1 23-16,-2 0-25 0,0 0 26 0,0-1-28 15,1 0 23-15,-1 1-22 0,0-2 26 0,-1 2-28 16,2-2 29-16,-3 3-26 0,2-1 26 0,-1-1-27 0,0 1 25 16,-1 0-26-16,0-1 28 0,2 1-27 0,-4 1 25 15,4-1-23-15,-3 1 22 0,1-3-26 16,1 3 30-16,-3 0-27 0,3-2 23 0,0 0-24 15,-2 1 24-15,2 0-25 0,0 0 29 0,0-1-27 0,-1 1 24 16,1-1-27-16,1 1 25 0,0 0-26 0,-1 1 30 16,0-3-30-16,1 3 29 0,-2-1-28 0,0 0 29 15,2-1-30-15,0 0 28 0,0 1-28 0,-2-2 30 16,2 1-27-16,-2 2 25 0,0-2-29 0,2-1 27 16,0 3-23-16,-1-2 25 0,0 0-26 0,-1 1 29 15,1-1-29-15,-1 0 28 0,-1 0-29 0,1 0 29 16,-2 1-28-16,1-1 27 0,0 1-19 0,-2-1 27 15,-9 2-20-15,16-3 31 0,-16 3-28 0,18-2 31 16,-18 2-31-16,14-3 25 0,-14 3-27 0,17-4 19 16,-17 4-25-16,13-3 24 0,-13 3-29 0,11-1 25 15,-11 1-24-15,10-3 22 0,-10 3-24 0,0 0 23 16,12 0-22-16,-12 0 27 0,0 0-27 0,9-3 24 16,-9 3-20-16,0 0 23 0,0 0-26 0,0 0 23 0,11 0-25 15,-11 0 27-15,0 0-24 0,0 0 19 0,0 0-31 16,0 0 18-16,0 0-46 0,0 0-18 15,0 0-113-15,12-2-161 0,-12 2 201 0</inkml:trace>
  <inkml:trace contextRef="#ctx0" brushRef="#br0" timeOffset="4600.18">14417 15318 72 0,'26'0'71'0,"3"0"-3"0,6 0-20 15,4 0-14-15,6 0-8 0,6-2-29 0,4 1-105 0,0-1 37 16</inkml:trace>
  <inkml:trace contextRef="#ctx0" brushRef="#br0" timeOffset="5597.94">18362 15238 9 0,'13'2'122'0,"-1"-2"-26"16,0 1-14-16,-12-1-25 0,22 0-18 0,-11 1-4 15,-11-1-4-15,19 1-10 0,-19-1-23 16,17 2-15-16,-17-2 38 0,19 0-7 0,-19 0-4 0,13 0 3 16,-13 0-1-16,15 0-4 0,-15 0-2 0,11 2 0 15,-11-2 6-15,0 0-2 0,13 0 5 0,-13 0-1 16,0 0 6-16,0 0 7 0,12 1-5 0,-12-1 7 16,0 0-10-16,0 0-1 0,0 0-1 0,0 0-9 15,0 0 4-15,13 0-9 0,-13 0 1 0,0 0-2 16,0 0 1-16,0 0-1 0,0 0 2 0,0 0 1 15,0 0-5-15,0 0 4 0,0 0-3 0,0 0 4 16,0 0-4-16,0 0 8 0,0 0 8 0,0 0-7 16,0 0 0-16,0 0 0 0,0 0 4 0,0 0-8 15,-9-3-2-15,9 3 5 0,0 0-7 0,0 0 2 16,0 0-3-16,0 0 5 0,-8-3-4 0,8 3-4 16,0 0 9-16,0 0-2 0,0 0-1 0,0 0-1 15,-9-2 6-15,9 2-6 0,0 0 1 0,0 0 5 16,0 0-6-16,0 0 5 0,-10-3-5 0,10 3 5 15,0 0-2-15,0 0-1 0,0 0 2 0,0 0-2 16,0 0-2-16,0 0 0 0,-9-1 5 0,9 1-1 16,0 0-3-16,0 0 5 0,0 0-2 0,0 0-2 0,0 0 3 15,-8-4-4-15,8 4 2 0,0 0-1 0,0 0 0 16,0 0-1-16,0 0-1 0,-11-2-3 16,11 2 0-16,0 0 2 0,0 0 3 0,0 0-1 15,-8-2 1-15,8 2 8 0,0 0 3 0,0 0 2 0,0 0 4 16,0 0-1-16,0 0 7 0,-7-3-4 0,7 3 0 15,0 0 4-15,0 0 6 0,0 0 3 0,0 0 3 16,0 0 4-16,0 0-7 0,0 0-1 0,0 0-7 16,0 0-5-16,0 0-5 0,0 0-1 0,-7-4-27 15,7 4 26-15,0 0-2 0,0 0-5 0,0 0 0 16,0 0-1-16,0 0-3 0,0 0-24 0,0 0 27 16,0 0-3-16,0 0-2 0,0 0 0 0,0 0-6 15,0 0 6-15,0 0-4 0,0 0-1 0,0 0 1 16,0 0 2-16,0 0-2 0,0 0-3 0,0 0 7 15,0 0-4-15,0 0 0 0,0 0 0 0,0 0 0 16,0 0 0-16,0 0-4 0,0 0 4 0,0 0-24 16,-4-5 29-16,4 5-2 0,0 0 0 0,0 0 2 15,0 0-4-15,0 0 3 0,0 0-4 0,0 0 2 0,0 0 2 16,0 0-3-16,-8-1-1 0,8 1-3 16,0 0 2-16,0 0-5 0,0 0-6 0,-11-3-15 0,11 3-25 15,0 0-14-15,-6-4-27 0,6 4-49 16,0 0-265-16,-12-4 130 0</inkml:trace>
  <inkml:trace contextRef="#ctx0" brushRef="#br0" timeOffset="10214.29">6458 9767 152 0,'0'0'171'0,"0"0"-9"0,0 0-49 0,0 0 8 15,5-5-46-15,-5 5 15 0,0 0-36 0,0 0 15 16,0 0-34-16,9-2 21 0,-9 2-33 0,0 0 20 16,10-3-29-16,-10 3 24 0,0 0-32 0,11-2 22 0,-11 2-23 15,11-1 18-15,-11 1-20 0,11-2 25 0,-11 2-28 16,12-3 29-16,-12 3-29 0,11-2 25 15,-11 2-24-15,14-3 20 0,-14 3-26 0,12-1 28 16,-12 1-31-16,11-3 18 0,-11 3-19 0,9-1 24 0,-9 1-24 16,9-2 24-16,-9 2-23 0,0 0 22 0,13-1-24 15,-13 1 21-15,0 0-20 0,10-1 21 16,-10 1-22-16,0 0 23 0,0 0-25 0,13-2 24 0,-13 2-21 16,0 0 24-16,14-1-26 0,-14 1 26 0,0 0-20 15,15 0 20-15,-15 0-26 0,16-1 26 16,-16 1-23-16,16 0 28 0,-16 0-30 0,22-3 24 0,-9 6-26 15,-2-6 25-15,1 3-25 0,-1 0 23 0,2 0-23 16,-1 0 26-16,-12 0-25 0,23 3 24 0,-23-3-26 16,21 0 26-16,-21 0-24 0,21 0 24 0,-21 0-24 15,16 1 23-15,-16-1-23 0,18 1 24 0,-18-1-24 16,18 2 21-16,-18-2-22 0,21 1 25 0,-21-1-21 16,22 1 23-16,-10-1-29 0,2 2 31 0,-2-2-29 15,0 0 25-15,4 0-26 0,-2 0 26 0,1 0-23 16,-2 0 23-16,3 0-25 0,0 0 26 0,-1 0-26 15,-1 1 23-15,1-1-18 0,1 0 18 0,-1 0-23 16,-2 0 26-16,1 3-25 0,-1-3 23 0,1 0-25 16,-3 1 28-16,1 0-26 0,3 1 28 0,-3-2-30 0,0 1 26 15,0-1-26-15,0 1 27 0,0-1-23 0,0 1 24 16,2 1-27-16,-14-2 24 0,23 0-22 16,-10 1 22-16,-2-1-24 0,2 0 26 0,0 1-26 0,1-1 26 15,-3 0-26-15,3 0 24 0,2 0-25 0,-4 0 26 16,4 0-24-16,-1 1 26 0,-1-1-29 15,2 0 24-15,-1 0-20 0,0 0 24 0,-1 0-29 16,2 0 32-16,0 0-27 0,-2-1 23 0,1 1-25 0,2 0 24 16,-3 0-23-16,2-1 21 0,0 1-20 0,-2-1 21 15,3 1-23-15,-2 0 24 0,-1-2-23 0,2 2 22 16,-1 0-24-16,-1-1 26 0,1 1-25 0,-2 0 23 16,1-1-25-16,0 1 27 0,0 0-26 0,-1-1 26 15,2 1-24-15,-2-2 25 0,1 2-27 0,1 0 26 16,0 0-23-16,0 0 23 0,-1-1-26 0,1 2 26 15,-2-1-28-15,1 0 27 0,0 0-24 0,0 0 25 16,-1 2-25-16,2-2 26 0,-3 0-23 0,-1 0 22 16,2 1-26-16,0-1 24 0,0 0-22 0,-2 1 25 15,1-1-27-15,0 0 28 0,-12 0-27 0,25 0 24 0,-25 0-23 16,21 0 26-16,-8 0-26 0,-1 1 25 16,-12-1-25-16,23-1 19 0,-23 1-23 0,20 0 30 15,-20 0-26-15,21 0 24 0,-10 1-26 0,1-2 28 0,-1 2-29 16,-11-1 24-16,23 0-23 0,-10 0 26 0,-13 0-26 15,23 0 26-15,-10 0-23 0,-1 0 24 16,2 0-26-16,-1 0 25 0,0 0-23 0,1 0 23 16,0 0-24-16,1-1 27 0,0 1-30 0,0 0 26 0,-1-1-28 15,1 0 29-15,1 1-28 0,0-2 26 0,-3 1-15 16,4 0 13-16,-3 1-23 0,1-3 26 0,-1 3-27 16,0 0 27-16,0-1-27 0,1-1 26 0,0 2-25 15,0-1 28-15,-2 1-28 0,3-1 28 0,-3 1-29 16,1 0 30-16,0 0-19 0,-1-2 16 0,1 2-26 15,0 0 23-15,0-1-20 0,-1 1 23 0,0 0-25 16,-2-1 27-16,2 1-26 0,1 0 23 0,-2 0-23 16,0 0 24-16,1 0-24 0,0 0 25 0,-2-3-26 15,2 3 25-15,0 0-24 0,-3 0 24 0,4 0-23 16,-2 0 25-16,-1-2-28 0,-11 2 29 0,23 0-30 16,-9 0 27-16,-4-2-25 0,2 2 24 0,-12 0-23 15,22-1 25-15,-22 1-26 0,20-1 26 0,-11 0-26 16,-9 1 25-16,19 0-23 0,-19 0 23 0,18-2-26 15,-18 2 24-15,19 0-21 0,-19 0 22 0,17 0-22 16,-17 0 22-16,22-1-25 0,-22 1 29 0,24 0-27 16,-24 0 23-16,24 0-26 0,-12 0 28 0,-1 0-24 15,3 0 24-15,-2 1-28 0,-12-1 28 0,23 0-27 0,-23 0 25 16,23 0-25-16,-23 0 28 0,18 2-27 0,-18-2 26 16,16 0-28-16,-16 0 28 0,16 1-26 15,-16-1 26-15,14 0-27 0,-14 0 26 0,10 1-27 16,-10-1 26-16,0 0-25 0,13 1 25 0,-13-1-26 0,0 0 26 15,0 0-26-15,14 0 27 0,-14 0-25 0,0 0 25 16,0 0-24-16,0 0 24 0,10 2-23 0,-10-2 23 16,0 0-27-16,0 0 29 0,0 0-29 0,0 0 27 15,10 2-25-15,-10-2 25 0,0 0-26 0,0 0 28 16,0 0-28-16,0 0 28 0,8 3-29 0,-8-3 26 16,0 0-23-16,0 0 24 0,0 0-26 0,4 4 27 15,-4-4-26-15,0 0 23 0,0 0-23 0,0 0 26 16,1 8-27-16,-1-8 28 0,0 0-27 0,0 0 27 15,0 0-28-15,4 6 26 0,-4-6-23 0,0 0 27 16,0 0-26-16,0 0 21 0,2 6-22 0,-2-6 22 16,0 0-23-16,0 0 21 0,5 6-21 0,-5-6 26 15,0 0-27-15,4 8 24 0,-4-8-26 0,4 3 28 16,-4-3-26-16,4 7 27 0,-4-7-28 0,1 7 25 16,-1-7-25-16,4 6 5 0,-4-6-1 0,4 9 5 15,-4-9 1-15,2 8-1 0,-2-8 2 0,4 9 2 16,-4-9-2-16,5 9 3 0,-5-9 4 0,4 8-6 15,0-1 5-15,-4-7-4 0,4 9-3 0,-4-9 4 0,5 10-1 16,-5-10 1-16,5 10 0 0,-5-10 2 16,4 10-1-16,-4-10 1 0,6 7-3 0,-6-7-1 15,3 7 2-15,-3-7 1 0,1 7 1 0,-1-7 0 0,4 5-1 16,-4-5 8-16,0 0 7 0,3 7 6 0,-3-7 8 16,0 0 6-16,0 0-8 0,0 0-3 0,1 7-4 15,-1-7-2-15,0 0-3 0,0 0-2 16,0 0-1-16,0 0-6 0,0 0 2 0,0 0-6 0,0 0 0 15,0 0 0-15,0 0 0 0,0 0 2 0,0 0-5 16,0 0-1-16,0 0 1 0,-9 1 1 0,9-1-1 16,0 0 0-16,0 0 5 0,0 0-8 0,0 0 0 15,0 0 4-15,0 0-1 0,0 0-2 0,-13 0 2 16,13 0 2-16,0 0-4 0,0 0 1 0,-15 0 1 16,15 0 0-16,0 0 0 0,-17 0-1 0,17 0 4 15,-13 0-2-15,13 0-2 0,-15 2-1 0,15-2 4 16,-18 2-2-16,8-1-1 0,10-1 3 0,-22 2-2 15,8-2-1-15,4 2 2 0,-4-1-1 0,1 0 0 16,0-1-1-16,-3 1 10 0,3 1-10 0,-2-2-3 0,-1 0 1 16,2 0 5-16,-1 1-4 0,0 1-1 15,-1-2 4-15,-2 0-3 0,2 2 2 0,-2-2-1 16,-1 2 1-16,1-1 1 0,0 0-3 0,-2-1 1 0,3 1-1 16,-5 1 2-16,3-1-2 0,-3 0 2 0,0 0-1 15,1-1 0-15,-2 2 0 0,-3-2 1 0,-2 1-1 16,1 1-2-16,-2-2 6 0,-2 0-3 15,-1 2 2-15,-4-1-4 0,-1-1 0 0,-1 1 2 0,0 1-2 16,-2-1 1-16,-2-1-1 0,2 2 4 0,-1-2-3 16,-1 2-2-16,0-1 3 0,1-1 24 0,-1 2-25 15,1-2 27-15,-1 1-27 0,1 0 19 0,3 0-28 16,-2 1 30-16,3-2-28 0,0 1 25 0,5 0-28 16,3 0 26-16,-2 1-23 0,3-2 24 0,1 1-28 15,5 0 25-15,-2 0-26 0,4-1 28 0,-2 2-24 16,0-2 21-16,2 3-23 0,-2-2 24 0,4 0-25 15,-4 1 25-15,2-1-25 0,1 0 27 0,-3-1-26 16,0 3 22-16,2-3-23 0,-2 0 24 0,-1 0-26 16,0 2 28-16,0-1-24 0,0-1 20 0,0 1-24 15,-1-1 26-15,-3 0-27 0,-1 0 28 0,4 0-26 0,-3 0 26 16,3 0-28-16,-1 0 28 0,1 0-26 16,2 0 27-16,-1-1-26 0,0 2 24 0,2-1-22 15,-1 0 23-15,0 0-27 0,2 0 28 0,-1 1-29 16,1-1 29-16,1 2-29 0,-2-1 28 0,2 1-25 15,1 0 27-15,0-1-29 0,-1 0 29 0,2 2-28 16,-2-2 23-16,1 2-18 0,2 0 22 0,-2-1-26 0,1 1 28 16,-2-1-30-16,4 1 28 0,-3-1-28 0,0 1 30 15,1 0-30-15,1-2 27 0,-1 2-29 0,3-1 30 16,0 0-27-16,-1-1 29 0,2 0-27 0,-2 2 21 16,2-3-24-16,1 1 28 0,-3 1-29 0,2-1 28 15,-1 0-26-15,0-1 23 0,0 0-22 0,1 3 25 16,-2-3-26-16,2 0 26 0,0 1-25 0,-3-1 24 15,3 1-21-15,-2-1 22 0,2 0-27 0,-2 0 28 16,2 0-26-16,-1-1 25 0,2 1-25 0,0-1 28 16,0 1-27-16,0 0 25 0,12 0-24 0,-20-3 23 15,20 3-26-15,-18-1 28 0,18 1-23 0,-18-1 23 0,18 1-28 16,-16-3 27-16,16 3-28 0,-16-3 31 16,16 3-28-16,-15-2 26 0,15 2-25 0,-13-3 28 15,13 3-25-15,-14-1 27 0,14 1-24 0,-9-4 29 16,9 4-30-16,-10-3 22 0,10 3-23 0,-10-3 24 0,10 3-26 15,-9-2 26-15,9 2-28 0,-8-3 27 16,8 3-25-16,0 0 22 0,-10-2-28 0,10 2 29 16,0 0-23-16,-10-3 26 0,10 3-24 0,0 0 22 0,0 0-27 15,-11-4 26-15,11 4-27 0,0 0 27 0,0 0-27 16,0 0 29-16,-9-2-28 0,9 2 31 0,0 0-31 16,0 0 32-16,0 0-20 0,0 0 30 15,-7-3-23-15,7 3 21 0,0 0-24 0,0 0 26 0,0 0-25 16,0 0 23-16,0 0-24 0,-5-5 19 0,5 5-27 15,0 0 27-15,0 0-27 0,-3-8 18 0,3 8-22 16,0 0 29-16,0-8-30 0,0 8 25 0,0-10-28 16,0 10-1-16,1-8 6 0,-1 8 2 0,2-12 2 15,-2 12 3-15,1-12-5 0,-1 6-2 0,0 6 6 16,0-12 3-16,1 5-12 0,-1 7 10 0,2-12 16 16,-2 5-21-16,0 7 20 0,0-13-22 0,0 13 22 15,0-12-26-15,0 12 26 0,0-11-27 0,0 11 22 16,0-10-27-16,0 10 28 0,-2-9-27 0,2 9 26 15,0-5-26-15,0 5 23 0,0 0-25 0,-1-10 25 16,1 10-24-16,0 0 22 0,0-5-24 0,0 5 29 16,0 0-24-16,0 0 22 0,0 0-24 0,0 0 27 15,-5-5-27-15,5 5 26 0,0 0-24 0,0 0 26 0,0 0-30 16,0 0 30-16,0 0-25 0,-10 1 22 0,10-1-23 16,0 0 28-16,0 0-24 0,0 0 22 15,0 0-29-15,0 0 30 0,0 0-28 0,0 0 30 16,0 0-29-16,-8 4 25 0,8-4-23 0,0 0 27 0,0 0-25 15,0 0 23-15,0 0-26 0,14 1 26 0,-14-1-23 16,14 0 21-16,-14 0-25 0,22-1 28 0,-8 1-30 16,1 0 29-16,3-2-28 0,0 2 28 0,5 0-26 15,-1-2 26-15,-1 2-27 0,2 0 4 0,2 2 11 16,-2-2-11-16,-1 2 7 0,3-2 0 0,-2 1-3 16,2 1 3-16,1 2 3 0,-2-3-2 15,-1 3 0-15,2-1-1 0,0-3-1 0,-2 4 2 0,-2-1 1 16,0-1 1-16,4 1 2 0,-4-1-2 0,4 1 9 15,-1-2-11-15,1 0-2 0,2 1 2 0,1-1 1 16,0-1 2-16,3 2-3 0,-2-2 2 0,2 0-1 16,1 0 1-16,0 1-1 0,0-1 1 0,0 0 2 15,-1 0-4-15,-1 0 1 0,1 0 1 0,-3 0 0 16,0 0-2-16,-1 0 3 0,-5 1 4 0,2-2-9 16,-2 1 5-16,-1 0-2 0,0 0 2 0,1-1 8 0,-2-1-11 15,1 1 0-15,-1-1 4 0,2 1-5 16,-3 0 1-16,0-2-2 0,3 2 1 0,-3 0 0 15,0-3 2-15,3 3 2 0,-3-2-5 0,3 2 3 0,-2-2-2 16,-2 3 0-16,3 0-2 0,-4-3 5 0,-1 3 2 16,-1 0-7-16,-1 0 4 0,1 0-2 0,-2 3 1 15,0-3-1-15,-13 0-7 0,19 0-12 16,-19 0-14-16,18 2-3 0,-18-2-8 0,14 1-11 0,-14-1-10 16,13 2-8-16,-13-2-4 0,8 3-22 0,-8-3-33 15,0 0-47-15,0 0-235 0,0 0 119 0</inkml:trace>
  <inkml:trace contextRef="#ctx0" brushRef="#br0" timeOffset="11850.16">7130 9882 56 0,'0'0'219'0,"0"0"-57"0,0 0-42 0,-14-1-20 15,14 1-27-15,0 0-17 0,0 0-11 16,-13 2-8-16,13-2-7 0,-8 5-8 0,8-5 2 0,-10 5-8 16,10-5-5-16,-8 6 24 0,8-6-24 0,-7 5 13 15,7-5-28-15,-5 6 24 0,5-6-28 0,-8 6 26 16,8-6-25-16,0 0 29 0,-4 6-30 0,4-6 33 16,0 0-21-16,0 0 32 0,6 7-25 0,-6-7 25 15,12 2-33-15,-12-2 28 0,22-2-24 0,-9 1-7 16,4 0-2-16,3 0 0 0,0-3 1 0,6 3 0 15,-1-1 0-15,3-1 2 0,2-1 1 0,0 2-2 16,2-2 2-16,3 0 2 0,-1 1-6 0,2-1 5 16,0-1-4-16,0 3 2 0,1-3-1 0,1 3 23 15,-1-5-24-15,0 4 24 0,4-2-29 0,-4 3 25 0,0-1-23 16,-1-1 21-16,-5 2-26 0,-2-1 28 16,-1 2-29-16,1-1 26 0,0 0-29 0,-3 2 28 15,1-3-28-15,0 3 26 0,-4 0-22 0,-1-1 24 16,1 0-28-16,0 1 2 0,-1-2 5 0,1 2 3 15,0-1-1-15,-1 0 4 0,3 0-1 0,-1-1 2 16,3 2 1-16,0-2 4 0,0 1 21 0,2-1-25 16,-1 0 29-16,1 0-31 0,2-1 29 0,0 1-25 0,-2-1 24 15,2 2-27-15,-2-1 20 0,1-2-20 0,-2 3 18 16,-2 0-17-16,-1 0 14 0,-3-1-24 16,-2 2 16-16,1-2-18 0,-2 2 26 0,-2-1-28 0,-1-1 27 15,-1 2-27-15,-2 0 25 0,2 0-25 0,-3 0 27 16,-1-1-22-16,2 0 18 0,-1 1-22 0,-1-1 25 15,-11 1-8-15,23 0 9 0,-10-2-26 0,-2 2 28 16,2 0-22-16,0-1 27 0,-1 1-24 0,1-2 26 16,-1 2-23-16,2-1 24 0,-2 1-22 0,-12 0 20 15,22-1-27-15,-22 1 24 0,19 0-27 0,-19 0 29 16,16-2-17-16,-16 2 13 0,14 0-23 0,-14 0 24 16,13 0-21-16,-13 0 28 0,0 0-25 0,13 0 34 15,-13 0-18-15,0 0 18 0,11-2-24 0,-11 2 29 16,0 0-25-16,0 0 32 0,12-1-29 0,-12 1 20 15,0 0-16-15,0 0 19 0,0 0-32 0,10 0 1 16,-10 0 24-16,0 0-29 0,0 0 2 0,0 0 26 16,0 0-33-16,10-2 6 0,-10 2 1 0,0 0 5 15,0 0-8-15,0 0-4 0,0 0 1 0,0 0-2 0,0 0-1 16,0 0-9-16,0 0 12 0,0 0-5 0,0 0 26 16,0 0-27-16,0 0 27 0,0 0-33 15,0 0 26-15,0 0-28 0,0 0 6 0,0 0 24 0,0 0-32 16,0 0 32-16,0 0-29 0,0 0 25 0,0 0-20 15,0 0-1-15,0 0 22 0,0 0-25 0,0 0 28 16,0 0-29-16,0 0 26 0,0 0-26 0,0 0 26 16,0 0-29-16,0 0 2 0,0 0 28 0,0 0-25 15,0 0 23-15,0 0-23 0,0 0-1 0,0 0 5 16,0 0 2-16,0 0 23 0,0 0-26 0,0 0 2 16,0 0 2-16,0 0 3 0,-5 5-7 0,5-5 2 15,0 0 3-15,0 0-1 0,0 0 0 0,0 0 4 16,0 0 1-16,0 0 20 0,0 0-31 0,0 0 3 15,0 0 1-15,0 0-4 0,0 0 34 0,0 0-33 16,0 0 29-16,0 0-34 0,-6 2 5 0,6-2 3 16,0 0 0-16,0 0 0 0,0 0 3 0,0 0-2 15,0 0 29-15,0 0-37 0,0 0 6 0,0 0 0 16,0 0 2-16,0 0 4 0,0 0-4 0,0 0 3 16,0 0 1-16,0 0 1 0,0 0-5 0,0 0 6 15,0 0 2-15,0 0-2 0,0 0-2 0,0 0-2 16,0 0 3-16,0 0-2 0,0 0 5 0,0 0-3 0,0 0 24 15,0 0-30-15,0 0-1 0,0 0 4 0,0 0-3 16,0 0-2-16,0 0 8 0,0 0 0 16,0 0-3-16,0 0 2 0,0 0-3 0,0 0 3 15,0 0-3-15,0 0 6 0,0 0 21 0,0 0-29 0,0 0 23 16,0 0-23-16,0 0 24 0,0 0-31 0,0 0 9 16,0 0 19-16,0 0-24 0,0 0 27 0,0 0-32 15,0 0 4-15,0 0 26 0,0 0-21 0,0 0 18 16,0 0-27-16,0 0 2 0,0 0 2 0,0 0 3 15,0 0 0-15,0 0 3 0,0 0 24 0,0 0-30 16,0 0 25-16,0 0-24 0,0 0 24 0,0 0-24 16,0 0 25-16,0 0-28 0,0 0 28 0,0 0-30 15,0 0 4-15,0 0 1 0,0 0 3 0,0 0 3 16,0 0-4-16,0 0 1 0,0 0 3 0,0 0-1 16,0 0 1-16,0 0-2 0,0 0 8 0,0 0-8 0,0 0 21 15,0 0-28-15,0 0 5 0,0 0 1 16,-2 7-1-16,2-7 1 0,0 0 1 0,0 0-2 15,0 0 5-15,2 6 1 0,-2-6-2 0,0 0 2 16,0 0-3-16,1 9 4 0,-1-9-1 0,0 0-1 16,1 8 1-16,-1-8 0 0,0 0 8 0,2 9-13 15,-2-9 2-15,1 5 2 0,-1-5-3 0,1 8 1 0,-1-8 5 16,0 0-4-16,4 7 4 0,-4-7-2 0,1 7 2 16,-1-7-2-16,0 0-2 0,1 7-5 0,-1-7 14 15,0 0-7-15,0 0 1 0,3 8 0 0,-3-8 3 16,0 0-1-16,0 0 2 0,0 0 5 15,1 6-1-15,-1-6 5 0,0 0 5 0,0 0 0 0,0 0 6 16,0 0-1-16,0 0 2 0,0 0-9 0,0 0-6 16,0 0 1-16,0 0-2 0,0 0-5 0,0 0 4 15,0 0-3-15,0 0-3 0,0 0-1 0,0 0-2 16,0 0 1-16,0 0-1 0,-2-6 8 0,2 6-7 16,0 0-5-16,0 0-18 0,0 0-17 0,0 0-21 15,0 0-38-15,0 0-7 0,0 0-16 0,0 0-40 16,-10-3-48-16,10 3-270 0,0 0 37 0</inkml:trace>
  <inkml:trace contextRef="#ctx0" brushRef="#br0" timeOffset="14781.39">6525 10939 10 0,'0'0'170'0,"0"0"-34"0,0 0-40 16,0 0-22-16,0 0-11 0,0 0-17 0,0 0-10 16,0 0-8-16,0 0-8 0,-2-5-4 0,2 5-4 15,0 0 3-15,0 0-6 0,0 0 0 0,0 0 3 0,0 0-7 16,0 0 4-16,0 0 2 0,0 0 6 16,0 0 6-16,0 0 6 0,0 0 10 0,0 0-8 0,0 0-2 15,0 0-3-15,0 0-3 0,0 0-7 16,0 0-1-16,0 0 3 0,0 0-5 0,0 0 0 0,0 0 0 15,0 0 6-15,0 0 0 0,11 0-1 0,-11 0-26 16,0 0 32-16,16 0-5 0,-16 0-4 0,14-1-24 16,-3-1 24-16,1 1-27 0,-1 0 32 0,5-2-33 15,2 3 30-15,1-4-29 0,2 1 30 0,5 1-32 16,-2-1 29-16,3-1-28 0,1 0 28 0,3-1-28 16,-3 3 26-16,0 0-25 0,1-1 17 0,0 1-39 15,-4 1 25-15,2-1-37 0,-5 0 26 0,1 0-22 16,-3 2 37-16,3-2-27 0,-5-1 32 0,4 3-25 15,-2-1 31-15,-2 0-28 0,1-2 33 0,-1 2-26 16,0-1 24-16,1 1-26 0,-2-3 34 0,1 1-34 16,-2 1 27-16,2 0-25 0,-1 0 31 0,-1 0-30 15,2-1 29-15,-2 1-32 0,-2 0 30 0,-2-1-29 16,0 2 32-16,2-1-31 0,-2 1 28 0,0 1-28 16,-3-2 32-16,3 1-33 0,-12 1 32 0,19 0-30 15,-19 0 28-15,18-3-28 0,-18 3 31 0,16 0-33 0,-16 0 29 16,18-1-35-16,-18 1 36 0,16 0-27 15,-16 0 26-15,16-1-27 0,-16 1 32 0,13 1-35 0,-13-1 30 16,14 1-30-16,-14-1 31 0,10 0-35 0,-10 0 31 16,0 0-31-16,12 4 29 0,-12-4-28 15,0 0 28-15,9 4-23 0,-9-4 26 0,0 0-28 16,5 5 33-16,-5-5-34 0,0 0 32 0,0 0-31 0,2 4 32 16,-2-4-30-16,0 0 29 0,0 0-32 0,0 0 33 15,0 0-29-15,4 7 28 0,-4-7-29 0,0 0 27 16,0 0-30-16,0 0 36 0,0 0-36 0,0 0 32 15,0 0-27-15,3 4 27 0,-3-4-31 0,0 0 29 16,0 0-25-16,0 0 26 0,0 0-30 0,1 8 34 16,-1-8-29-16,0 0 27 0,0 0-33 0,-3 6 36 15,3-6-38-15,0 0 37 0,-1 7-34 0,1-7 34 16,-2 6-34-16,2-6 30 0,-3 6-29 0,3-6 30 16,0 5-30-16,0-5 32 0,-1 8-30 0,1-8 25 15,0 7-28-15,0-7 35 0,1 9-33 0,-1-9 32 16,1 9-6-16,-1-9-3 0,3 11 3 0,-3-11-2 15,4 9-3-15,-4-9-7 0,2 12 3 0,-2-12 2 16,4 9-4-16,-1-1 2 0,-3-8 1 0,2 9 3 16,-2-9-5-16,4 10-2 0,-4-10 2 0,3 8 4 0,-3-8 3 15,0 7 2-15,0-7 3 0,0 0-4 16,-3 9 2-16,3-9-3 0,-5 3 6 0,5-3-2 16,0 0-3-16,-9 5-26 0,9-5 31 0,-8 4-29 0,8-4 30 15,-12 0-1-15,12 0-5 0,-13 0 1 0,13 0 1 16,-18 0-7-16,18 0-3 0,-18-2-1 15,18 2-4-15,-23 0 5 0,13-2 2 0,-4 2 2 0,1 0-3 16,-1 0 5-16,1 0-7 0,-1 0-5 0,0 0 4 16,1 0 0-16,-3 2-5 0,0 0 10 0,-2-1-5 15,1 0-3-15,-1 1 3 0,-1-1-4 0,-1 2 5 16,0 0 2-16,-2-2-2 0,-2 2 1 0,-1 1 5 16,0-2-9-16,-2 0 1 0,-1 3 2 0,0-4 6 15,-1 2-5-15,-2-1-15 0,-4 1 37 0,1 1 2 16,-2-1 2-16,-1-1-7 0,0 1 8 0,1-1-2 15,-1 1-3-15,-1 0 3 0,1-1-4 0,1 0 0 16,0 0-4-16,3-1 6 0,4 1-4 0,-1-2-1 16,1 0-3-16,2 0 1 0,3 0-6 0,2 0-2 15,3 0 1-15,-2 0-2 0,6 0-2 0,0 0 0 0,1 0-1 16,14 0-4-16,-25 0-1 0,25 0 0 16,-19 0 0-16,19 0-4 0,-14 0-3 0,14 0 1 15,-14 0 1-15,14 0-3 0,-11 0 0 0,11 0-1 0,0 0-4 16,-13 0-3-16,13 0-3 0,0 0 4 15,-13 2-3-15,13-2 1 0,0 0 1 0,0 0-4 16,-10 0-4-16,10 0 0 0,0 0-1 0,0 0-7 16,0 0-24-16,0 0-39 0,-10-2-241 0,10 2 204 0</inkml:trace>
  <inkml:trace contextRef="#ctx0" brushRef="#br0" timeOffset="15164.83">6431 10924 170 0,'0'0'143'0,"8"-3"-39"15,-8 3-25-15,7-4-15 0,-7 4-10 0,0 0-16 16,14-3-7-16,-14 3-5 0,0 0-9 0,9 3 2 16,-9-3-8-16,0 0-1 0,8 2-5 0,-8-2 2 15,6 7-1-15,-6-7 3 0,3 4 6 0,-3-4 1 0,1 8-1 16,-1-8-4-16,3 10 6 0,-3-10 1 0,0 9-6 16,-2-1-2-16,2-8 12 0,-1 12-15 0,1-12 2 15,0 13-5-15,-1-6-3 0,1 1 8 16,-2-2-8-16,2-6 2 0,-1 13 1 0,1-13-1 0,-1 11-9 15,1-11 9-15,0 11 1 0,0-11-3 0,0 8 6 16,0-8-1-16,-2 8-4 0,2-8-1 0,0 0-1 16,0 9 2-16,0-9-4 0,0 7 4 0,0-7-51 15,0 0-104-15,0 7-96 0,0-7 80 0</inkml:trace>
  <inkml:trace contextRef="#ctx0" brushRef="#br0" timeOffset="15632.05">6593 10934 198 0,'0'0'197'0,"0"0"-48"0,0 0-22 0,1 9-30 15,-1-9-17-15,-1 8-13 0,1-8-15 0,0 9-8 16,0-9-7-16,0 12-4 0,0-12-11 0,0 10-4 16,0-10-2-16,1 10-2 0,-1-10-5 0,3 11-1 15,-3-11 3-15,0 9-4 0,0-9-2 0,3 10 1 16,-3-10-4-16,3 7 6 0,-3-7-4 0,0 0 2 16,0 8-2-16,0-8-1 0,0 0-4 0,0 0 3 15,1 9 0-15,-1-9-2 0,0 0-1 0,0 0-7 16,0 0-14-16,3 6-17 0,-3-6-18 0,0 0-2 15,0 0-18-15,0 0-8 0,0 0-26 0,12-1-132 16,-12 1 78-16</inkml:trace>
  <inkml:trace contextRef="#ctx0" brushRef="#br0" timeOffset="16284.35">6776 10960 37 0,'0'0'239'0,"-1"9"-31"15,1-9-74-15,-4 9-4 0,1-1-29 0,3-8-21 16,-2 11-10-16,2-11-12 0,-3 13-18 0,3-13-5 0,-3 9-3 16,3-9-5-16,-1 8-5 0,1-8 6 0,-1 6-13 15,1-6 43-15,0 0-24 0,0 8 23 0,0-8-34 16,0 0 19-16,0 0-33 0,10-2 26 0,-10 2-33 16,9-7 25-16,-9 7-28 0,14-7 21 0,-6 3-25 15,-2-2 24-15,3 2-25 0,0-1 20 0,0 0-27 16,1-1 25-16,2 3-24 0,-3 0 26 0,1 0-29 15,0 2 25-15,-10 1-27 0,18-3 28 0,-18 3-28 16,15 2 27-16,-15-2 0 0,15 2-2 0,-15-2-1 16,12 7-4-16,-5-4 2 0,-2 2 1 0,0-1-3 15,-5-4-3-15,9 7 1 0,-9-7 0 0,7 7-1 16,-7-7 0-16,8 8 0 0,-8-8 0 0,7 3 1 16,-7-3 5-16,5 5 3 0,-5-5 11 0,0 0-1 15,7 6-4-15,-7-6-5 0,0 0 2 0,0 0-3 16,13-2-23-16,-13 2 23 0,9-6 0 0,-9 6-28 0,10-5 29 15,-3 1-28-15,-2-1 32 0,1 0-28 16,3 1 24-16,-3 0-26 0,2-1 26 0,-1 0-26 16,1 3 26-16,0 0-27 0,-8 2 29 0,14-6-30 0,-14 6 29 15,15-1-27-15,-15 1 30 0,13-1-32 0,-13 1 32 16,14 1-28-16,-14-1 24 0,13 1-26 0,-13-1 30 16,9 3-29-16,-9-3 30 0,12 1-3 0,-12-1-25 15,9 3 26-15,-9-3-29 0,9 2 28 0,-9-2 2 16,0 0-30-16,15 1 30 0,-15-1-24 0,0 0 22 15,15-2-26-15,-15 2 27 0,14-2-26 0,-14 2 28 16,13-6-31-16,-13 6 32 0,15-4-30 0,-7-1 29 16,0 3-26-16,0-1 25 0,0-1-28 0,0 0 25 15,1 0-20-15,0 1 20 0,-9 3-29 0,13-4 30 16,-7 2-28-16,-6 2 27 0,14-3-27 0,-14 3 27 16,13-2-29-16,-13 2 27 0,11 1-25 0,-11-1 29 15,12 1-27-15,-12-1 26 0,10 3-25 0,-10-3 26 16,10 4-28-16,-10-4 30 0,10 2-30 0,-10-2 30 15,11 6-26-15,-11-6 29 0,11 4-26 0,-11-4 25 16,13 2-29-16,-13-2 29 0,15 0-28 0,-15 0 29 16,16-1-27-16,-16 1 21 0,16-3-57 0,-16 3-36 15,16-2-133-15,-6-1-213 0,-10 3 105 0</inkml:trace>
  <inkml:trace contextRef="#ctx0" brushRef="#br0" timeOffset="22815.93">9390 10438 252 0,'0'0'206'0,"0"0"-14"0,0 0-57 16,0 0 4-16,0 0-42 0,0 0 7 0,0 0-40 15,-1-6 10-15,1 6-38 0,0 0 18 16,0 0-29-16,0 0 18 0,0 0-26 0,0 0 26 0,0 0-20 15,0 0 15-15,0 0-27 0,0 0 20 0,0 0-24 16,0 0 25-16,0 0-21 0,0 0 30 0,0 0-25 16,0 0 30-16,0 0-30 0,0 0 24 0,1-7-33 15,-1 7 21-15,0 0-26 0,7-5 24 0,-7 5-21 16,6-6 14-16,-6 6-28 0,14-6 26 0,-5 1-25 16,0 1 22-16,3-2-27 0,3 2 28 0,-1-4-27 15,4 1 29-15,0 0-32 0,2 0 27 16,3-1-28-16,-2 0 30 0,0 2-29 0,1-2 30 0,2 1-20 15,-3 0 14-15,-1 2-18 0,2-1 18 0,-5 1-25 16,0 2 28-16,-1-2-27 0,-1 2 28 0,-2-1-29 16,0 4 27-16,-2-2-28 0,-2 1 29 0,-9 1-28 15,18-1 24-15,-18 1-22 0,14 0 24 0,-14 0-11 16,13 0 7-16,-13 0-23 0,10 1 28 0,-10-1-27 16,0 0 30-16,13 3-31 0,-13-3 25 0,0 0-23 15,0 0 29-15,11 0-28 0,-11 0 25 0,0 0-21 16,0 0 25-16,9 3-17 0,-9-3 16 0,0 0-15 15,0 0 11-15,0 0-22 0,0 0 24 0,0 0-23 0,8-5 19 16,-8 5-19-16,0 0 25 0,0 0-26 0,-3-6 28 16,3 6-27-16,0 0 26 0,-1-12-13 15,1 12 11-15,0-7-27 0,0 7 28 0,0-9-19 16,0 9 14-16,4-10-25 0,-4 10 24 0,1-11-27 0,-1 11 33 16,7-9-32-16,-7 9 29 0,6-9-25 0,-6 9 23 15,9-8-24-15,-9 8 28 0,13-8-27 16,-7 4 24-16,-6 4-27 0,16-2 31 0,-16 2-19 0,16-2 13 15,-16 2-27-15,19 2 28 0,-10-1-25 0,0 0 27 16,1 3-27-16,-1 0 27 0,0-2-27 0,0 3 27 16,0 0-26-16,0-1 26 0,-3 1-23 0,1 0 27 15,-1 2-31-15,-3-2 29 0,-2 3-17 0,-4-1 15 16,-2 3-59-16,-5 1-14 0,-4 2-77 0,-4-1-34 16,0 1-280-16,-9 0 73 0</inkml:trace>
  <inkml:trace contextRef="#ctx0" brushRef="#br0" timeOffset="25948.19">8905 12080 21 0,'0'0'151'0,"0"0"-27"16,0 0-23-16,-12-2-12 0,12 2-3 0,0 0-14 15,0 0-37-15,0 0 18 0,0 0-9 16,-11-1-36-16,11 1 25 0,0 0-26 0,0 0 24 15,0 0-25-15,0 0 32 0,0 0-31 0,0 0 29 0,-13 0-25 16,13 0 26-16,0 0-23 0,0 0 19 0,0 0-24 16,0 0 23-16,0 0-28 0,0 0 27 15,0 0-25-15,0 0 32 0,0 0-25 0,0 0 30 0,0 0-33 16,15-3 32-16,-15 3-31 0,21-1 24 0,-9-1-27 16,3 0 26-16,2 1-27 0,3-2 19 0,0 1-24 15,6-1 24-15,-1 1-26 0,1-1 21 0,2-1-26 16,-1 1 29-16,2 2-34 0,-1-3 28 0,3 3-26 15,-3-2 23-15,3 1-26 0,-2 1 27 0,0-1-24 16,1 0 21-16,-1 1-25 0,-2-1 26 0,-1 0-25 16,-1 1 26-16,-3 1-30 0,2-1 31 0,-2 1-29 15,1 0 24-15,-3-3-24 0,2 3 27 0,1 0-27 16,1-1 28-16,3-1-25 0,-2 1 25 0,3 0-30 16,-2-1 28-16,2 1-24 0,1 0 25 0,0 0-28 0,-1-1 32 15,0 2-30-15,3-2 28 0,-2 2-30 16,1-3 28-16,0 3-26 0,2 0 25 0,-1 0-19 15,0-1 17-15,-1 0-26 0,2 1 27 0,-1-2-23 16,0 1 24-16,-1-1-28 0,2 1 30 0,-2 0-31 0,-1 1 28 16,-1-3-25-16,1 3 26 0,-2-2-27 15,3 0 28-15,-4 1-18 0,0-1 17 0,1 2-29 0,0-3 27 16,-3 1-21-16,3 0 20 0,-6 2-24 0,0-3 30 16,2 3-30-16,-1-1 26 0,-3-1-24 0,1 1 24 15,1 0-24-15,-3 0 25 0,1 0-26 0,1 1 28 16,-3-1-29-16,1-1 28 0,0 2-26 0,0-1 24 15,-2 0-25-15,2-1 26 0,0 0-28 0,-1 1 29 16,-1 0-28-16,1 0 25 0,-2-1-29 0,1 0 32 16,0 1-27-16,-2 0 26 0,3 0-27 0,-3-1 27 15,1 1-24-15,-1 1 24 0,1 0-29 0,0-3 28 16,0 2-26-16,-1 0 27 0,1 1-25 0,-2-1 24 16,4 1-25-16,-4-1 25 0,2 1-27 0,0 0 29 15,-1-2-29-15,-1 2 27 0,1-1-24 0,1 1 17 16,0 0-17-16,0-2 28 0,-1 2-28 0,1 0 25 15,-2-2 0-15,3 1-23 0,-1-1 23 0,1 2-29 16,-3-2 28-16,2 0-27 0,-2 1 29 0,4-1-29 16,-4 1 27-16,0-2-24 0,0 2 22 0,1-1-22 15,-1 1 25-15,-1-1-29 0,0 0 30 0,0 1-24 16,1 0 22-16,-2-2-25 0,0 2 26 0,1 0-27 16,0 0 28-16,-2-1-28 0,4 2 28 0,-2-3-26 15,0 2 23-15,0 0-26 0,-1-1 28 0,2 1-26 0,-1 1 28 16,0-1-25-16,0 0 22 0,-2 1-26 0,4-2 27 15,-4 2-27-15,3-2 26 0,-3 2-28 16,-10 0 28-16,21-1-20 0,-21 1 20 0,16 0-27 0,-16 0 28 16,18 0-28-16,-18 0 31 0,17-1-29 0,-17 1 29 15,15-1-30-15,-15 1 25 0,16 0-25 0,-16 0 27 16,16-2 0-16,-16 2-7 0,13-1 1 0,-13 1-26 16,17-2 30-16,-17 2-4 0,14-2 0 0,-14 2-6 15,14-1 3-15,-14 1 4 0,11-1-5 0,-11 1-3 16,12 0 1-16,-12 0 3 0,0 0-2 0,11 0-23 15,-11 0 30-15,0 0-3 0,0 0 5 0,13-3-4 16,-13 3 1-16,0 0 2 0,0 0 0 0,0 0-1 16,0 0-27-16,13 0 30 0,-13 0-4 0,0 0-5 15,0 0 2-15,0 0-3 0,0 0 1 0,0 0-24 16,0 0 26-16,0 0-51 0,0 0-19 0,-4 8-82 16,-5-6-276-16,0 1 109 0</inkml:trace>
  <inkml:trace contextRef="#ctx0" brushRef="#br0" timeOffset="26814.53">9335 12172 172 0,'0'0'212'0,"0"0"-60"16,0 0-29-16,0 0-33 0,0 0-13 0,5-4-12 0,-5 4-6 15,0 0-2-15,12-3-8 0,-12 3-3 0,12-2-6 16,-12 2 21-16,15-3-37 0,-15 3 24 15,20-2-32-15,-10-1 22 0,2 3-27 0,2-1 24 0,0 0-25 16,5-2 23-16,-2 1-30 0,1 0 31 16,2-1-33-16,-2 1 29 0,4 0-26 0,-2 0 24 15,3-1-28-15,2 1 27 0,0-1-26 0,1 0 24 0,-1 2-32 16,2-2 29-16,0 1-26 0,-1 1 21 0,-1-2-25 16,3 3 25-16,0-1-27 0,-1 0 26 0,1 1-28 15,0 0 27-15,-1 0-25 0,1-2 26 0,1 2-25 16,1 0 20-16,1-2-22 0,-2 2 24 0,2 0-26 15,-2 0 27-15,2-1-28 0,-1 1 30 0,1 0-32 16,2-1 32-16,-2 1-30 0,1 0 26 0,-1 0-26 16,-1 0 31-16,2 0-28 0,0 0 27 0,-1 0-29 15,1 0 25-15,-2 0-22 0,1 0 23 0,0 0-24 16,-1 1 22-16,0-1-23 0,-1 0 2 0,2 1 0 16,-3-1 6-16,3 0 23 0,-3 2-28 0,1-2 25 0,-1 0-26 15,-1 0 25-15,0 0-27 0,1 0 28 0,-5 0-30 16,0 0 29-16,3-2-24 0,-5 2 23 15,2-1-28-15,0 1 26 0,0-1-25 0,-1 0 27 16,0-1-27-16,-1 2 28 0,1-2-29 0,-1 1 30 0,-1 0-31 16,2 0 27-16,-3-1-27 0,3 1 28 0,-2 1-21 15,1-4 20-15,-1 3-26 0,2 0 26 0,-3-2-23 16,0 2 24-16,0-1-27 0,-1 2 26 0,0-3-26 16,0 1 28-16,-1 2-30 0,-3-2 31 0,2 1-32 15,-3-2 28-15,1 2-19 0,-1 1 22 0,1-1-29 16,-3 0 29-16,1-2-25 0,2 3 24 0,-2-2-25 15,0 1 27-15,-2 1-30 0,2-1 28 0,-1 0-26 16,-11 1 26-16,21-2-28 0,-21 2 29 0,19 0-23 16,-19 0 21-16,19-1-25 0,-19 1 27 0,16 0-27 15,-16 0 26-15,16-1-26 0,-16 1 24 0,12 0-48 16,-12 0-12-16,0 0-52 0,14 1-9 0,-14-1-316 16,0 0 105-16</inkml:trace>
  <inkml:trace contextRef="#ctx0" brushRef="#br0" timeOffset="40436.42">10944 13216 115 0,'0'0'160'15,"0"0"-29"-15,0 0-24 0,0-8-12 0,0 8-19 16,0 0-12-16,0 0-9 0,0 0-4 0,0 0-6 16,0 0-4-16,0 0-6 0,0 0-4 0,0 0 0 15,0 0-5-15,0 0-2 0,0 0 2 0,0 0 2 16,0 0-6-16,0 0 5 0,0 0 0 0,0 0-3 16,0 0-4-16,0 0 0 0,0 0-2 0,0 0-3 15,0 0-1-15,0 0-1 0,0 0 3 0,0 0-1 16,0 0-1-16,0 0 2 0,0 0 0 0,0 0-4 15,0 0-1-15,0 0-2 0,0 0 1 0,0 0-2 16,0 0 1-16,0 0 0 0,0 0-2 0,0 0-3 16,5-4 4-16,-5 4 1 0,0 0-1 0,13-4-26 15,-13 4 28-15,15-4-22 0,-4 4 24 0,0-3-2 0,0 0-24 16,2-1 30-16,4 1-5 0,-4 1-2 0,5-1-5 16,-3 1 2-16,4-2 0 0,-3 1 0 15,-1 1-1-15,0 0-3 0,-1 1-2 0,-1 1 4 16,2-2-3-16,-4 1 1 0,-1-1 0 0,1 2 0 0,-11 0-2 15,16-2-2-15,-16 2 2 0,12-1-6 0,-12 1 9 16,13-1-1-16,-13 1 1 0,0 0 0 0,14-1-3 16,-14 1 0-16,0 0-3 0,9-2 2 15,-9 2 1-15,0 0 0 0,0 0-6 0,0 0-8 0,0 0-13 16,9 3-30-16,-9-3-35 0,0 0-49 0,0 0-255 16,0 0 145-16</inkml:trace>
  <inkml:trace contextRef="#ctx0" brushRef="#br0" timeOffset="80031.5">4857 5436 82 0,'0'0'380'0,"0"0"-99"0,0 0-56 0,0 0-32 16,0 0-31-16,0 0-24 0,0 0-8 0,-7-5-14 15,7 5-11-15,0 0-16 0,0 0-8 0,0 0-18 16,0 0-6-16,0 0-6 0,0 0-3 0,0 0 2 16,0 0 5-16,0 0-10 0,0 0 7 0,0 0 4 15,0 0 4-15,0 0-30 0,0 0 48 0,0 0-40 16,0 0 40-16,0 0-5 0,0 0 2 0,0 0-6 15,0 0-9-15,0 0-13 0,-11-1-2 0,11 1-4 16,0 0-4-16,0 0 1 0,0 0-3 0,0 0-3 16,0 0-2-16,0 0 0 0,0 0-4 0,0 0 0 15,0 0-3-15,0 0 0 0,0 0-2 0,-12 0-3 0,12 0 0 16,0 0 3-16,0 0-2 0,0 0-1 16,0 0-4-16,0 0-1 0,0 0 3 0,0 0-2 15,0 0-6-15,0 0-4 0,0 0 2 0,0 0-1 0,0 0-3 16,0 0 4-16,0 0-3 0,7-4-1 0,-7 4 1 15,0 0-1-15,14-2-1 0,-14 2-19 16,10-3 25-16,-10 3-22 0,10-1 21 0,-10 1-19 0,15 0 21 16,-15 0-20-16,15 1 19 0,-15-1-10 0,15 0 10 15,-15 0-20-15,13 3 20 0,-13-3-17 0,14 5 14 16,-14-5-22-16,11 7 28 0,-11-7-20 0,9 5 20 16,-9-5-21-16,10 9 20 0,-7-5-19 0,-3-4 20 15,5 10-1-15,-5-10-3 0,3 12 1 0,-3-12-3 16,0 11 1-16,0-2-3 0,-3-4 2 0,3-5-2 15,-1 13 0-15,-2-6 1 0,-1 2-2 0,2-3 0 16,-1 0 1-16,-2 4 0 0,1-5-1 0,-1 3 1 16,3-2 3-16,-5-1-4 0,3 2-8 0,0-2 8 15,-1 0 6-15,2 0-7 0,0 0 3 0,3-5-3 16,-9 9-2-16,9-9 1 0,-6 8 1 0,2-3 0 16,4-5 1-16,-8 6-1 0,8-6-1 0,-6 8 0 15,6-8-2-15,-5 7 5 0,5-7-1 0,-7 7 0 16,7-7-2-16,-5 8 1 0,5-8-1 0,-5 5 1 15,5-5 4-15,-2 5-4 0,2-5-1 0,0 0 2 16,-7 7 2-16,7-7-4 0,0 0 7 0,-2 5-1 16,2-5-7-16,0 0 10 0,0 0-2 0,-3 5 2 0,3-5-2 15,0 0 3-15,0 0-1 0,0 0-2 16,0 0 5-16,-4 7-3 0,4-7-2 0,0 0-1 16,0 0 2-16,0 0-5 0,0 0 0 0,0 0 1 15,0 0 0-15,0 0 2 0,0 0-3 0,0 0 8 0,0 0 0 16,3 5 5-16,-3-5-2 0,0 0-1 0,0 0 4 15,10 2-2-15,-10-2 2 0,0 0-3 0,13 0-5 16,-13 0 0-16,0 0-3 0,15 0-2 0,-15 0 4 16,0 0-4-16,17 0 0 0,-17 0-1 0,0 0 1 15,15 1-3-15,-15-1 0 0,0 0-13 0,14 1 17 16,-14-1-2-16,0 0-1 0,13 0 1 0,-13 0-1 16,0 0 0-16,10 3-11 0,-10-3 14 0,0 0-3 15,0 0 3-15,10 2-3 0,-10-2 1 0,0 0 0 16,0 0-14-16,0 0 18 0,9 0-21 0,-9 0 17 15,0 0-15-15,0 0 6 0,0 0-43 0,0 0-19 16,12 2-73-16,-12-2-28 0,0 0-111 0,0 0-68 16,9-4-128-16,-9 4-280 0,6-5-268 0</inkml:trace>
  <inkml:trace contextRef="#ctx0" brushRef="#br0" timeOffset="81551.83">5066 5214 97 0,'0'0'340'15,"-8"-3"-81"-15,8 3-48 0,0 0-28 0,-8-5-29 0,8 5-18 16,0 0-25-16,-11-3 0 0,11 3-15 0,0 0-16 16,-11-4-7-16,11 4-8 0,0 0-7 0,-16-1-1 15,16 1 1-15,-10-2-6 0,10 2 1 16,-14 0-3-16,14 0 3 0,-14 0-1 0,14 0-3 0,-14-2-33 16,14 2 29-16,-14 0-7 0,14 0-34 0,-18 0 39 15,18 0-35-15,-15 0 43 0,15 0-30 0,-18 2 29 16,18-2-39-16,-16 0 34 0,16 0-40 0,-17 0 37 15,17 0-26-15,-17 2 19 0,6-1-34 0,11-1 40 16,-20 2-37-16,9-1 44 0,2 1-39 0,0 1 34 16,-2 1-30-16,2-2 32 0,-1 1-32 0,0 1 30 15,3 0-26-15,-2 0 19 0,-1 1-27 0,2 0 22 16,0 2-27-16,0 0 26 0,0-2-26 0,1 1 24 16,1 2-24-16,-2-3 24 0,3 4-10 0,-3-3 1 15,3 1-4-15,0 2 4 0,0-3-4 0,0 1-7 16,-1 2 11-16,2-4 1 0,-1 4 0 0,1-3-2 15,-1 2 0-15,1 1 1 0,0-2 1 0,-1 1 3 16,1-1 1-16,-1 1 6 0,2 0-6 0,-1 0-1 0,1 1-2 16,0-2 2-16,-1 1-2 0,1-1-2 0,-1 2 0 15,1-1-3-15,2-1-1 0,-2 1-7 16,2-2 1-16,0 0 0 0,-2 3-4 0,3-4-1 16,-1 2-1-16,1-7-2 0,0 13-1 0,0-13 6 0,0 12-4 15,1-4 1-15,-1-1-2 0,3-1 1 0,-2-1 1 16,2 5-1-16,-1-5 3 0,1 1-3 0,-1 2 0 15,3 0 0-15,-1 0-1 0,0 0 2 0,0 0-2 16,1-1 1-16,0 1 2 0,-1 3-2 0,2-5 1 16,1 3-3-16,-2-1 3 0,0 1-3 0,0-1 4 15,4-2-2-15,-4 4 0 0,0-3 1 0,2 1-1 16,-1-1-2-16,-1 1 2 0,1-2 0 0,1 1 1 16,-2-2-2-16,-1 3-3 0,1-2 4 0,1 0-1 15,1 0 2-15,-2-1-2 0,0 0 0 0,3 2 1 16,-2-3-15-16,0 1 18 0,1 1-19 0,0-1 21 15,2-2-18-15,-1 1 19 0,1 1-18 0,0 0 19 16,1-2-19-16,0 1 20 0,2 0-17 0,-2 0 17 16,0-1-19-16,3 1 20 0,-1-2-15 0,-1 1 9 15,2-1-10-15,-3 1 14 0,4 1-17 0,-2-1 18 0,-2-1-20 16,3-2 20-16,-3 3-21 0,0-2 21 16,0 2-19-16,1-2 18 0,-11-1-19 0,16 2 18 0,-16-2-17 15,17 1 19-15,-17-1-16 0,15 0 14 0,-15 0-20 16,15-3 21-16,-15 3-17 0,17-5 15 0,-8 2-18 15,0 1 19-15,0-2-17 0,0-2 17 16,0 4-19-16,1-3 12 0,-1 1 4 0,0-2-14 0,0 1 16 16,0 1-3-16,0-1 0 0,0 0 0 0,1 0-1 15,-3 1-6-15,1 0 6 0,0-2 0 0,1 1-2 16,-3 2-1-16,3-4-7 0,-2 2 12 0,0 0-2 16,0 1 0-16,-1-1 1 0,0-1-2 0,3 1 0 15,-5 0-1-15,1-2 0 0,3 1 2 0,-3 1 0 16,-1-3 0-16,2 1-1 0,-2 0-2 0,0-3 2 15,-2 4-1-15,1-2 4 0,0-1-1 0,-1 1 3 16,-2-1 2-16,0 1 10 0,1 0 5 0,-1-1 9 16,-1-1 7-16,1-1 3 0,-2 1 10 0,-1-1-6 15,-1 2 9-15,0-4-12 0,-1 1 8 0,-1 1-8 0,0-1-4 16,-2 0-10-16,0 0 6 0,-2-2-9 16,1 2 3-16,0-1-4 0,-2 0 0 0,2 1 0 15,-2 1 3-15,0-4-4 0,2 3-4 0,1 1-1 0,-3-1-4 16,2 1-2-16,0-1-3 0,0 1-2 15,-1 0-5-15,1 1 3 0,-3 1-6 0,2-1 2 16,0 1-2-16,-3 1-2 0,2-1-3 0,-1 3 0 0,-2-3-8 16,0 4-21-16,-3 0-48 0,1 0-42 0,-2 1-64 15,0 1-40-15,-3 2-96 0,1 1-62 0,1-1-78 16,-3 1-462-16,-1 0-495 0</inkml:trace>
  <inkml:trace contextRef="#ctx0" brushRef="#br0" timeOffset="88133.9">6919 5382 414 0,'0'0'336'0,"0"0"-50"0,0 0-74 15,0 0-8-15,0 0-47 0,0 0 21 0,0 0-57 16,0 0 15-16,0 0-59 0,0 0 21 0,0 0-52 0,0 0 30 16,0 0-42-16,0 0 24 0,0 0-36 15,0 0 31-15,0 0-37 0,0 0 28 0,0 0-33 16,0 0 34-16,0 0-40 0,0 0 42 0,0 0-35 0,0 0 54 16,0 0-26-16,0 8 37 0,0-8-32 0,0 0 29 15,0 9-20-15,0-9 24 0,0 10-16 0,0-10 19 16,0 12-23-16,0-7 22 0,0 5-27 0,0-4 25 15,-1 2-22-15,1 4 15 0,-2-2-21 0,1 0 16 16,1 2-21-16,0-2 18 0,-1 2-19 0,1 0 9 16,0 0-17-16,0 0 6 0,0-2-15 0,0 2 6 15,1 0-18-15,-1-3 10 0,0 1-13 0,0 2 8 16,1-2-16-16,1-1 12 0,-2 1-13 0,1 0 11 16,-1 0-14-16,0-1 6 0,1-1-7 0,1 0 12 15,-2 0-14-15,1 0 10 0,-1-1-15 0,1 0 16 16,-1 0-22-16,0-7-12 0,1 13-69 0,-1-13-24 15,3 9-61-15,-3-9-8 0,3 9-82 0,-3-9-19 16,2 8-68-16,-2-8-129 0,0 0-220 0,0 0-212 16</inkml:trace>
  <inkml:trace contextRef="#ctx0" brushRef="#br0" timeOffset="88931.1">7042 5508 47 0,'0'0'521'16,"0"0"-132"-16,-7-4-73 0,7 4-51 0,0 0-64 15,0 0 25-15,-6-3-58 0,6 3 22 0,0 0-71 0,0 0 6 16,0 0-51-16,-8-5 16 0,8 5-48 16,0 0 22-16,0 0-41 0,0 0 25 0,0 0-39 15,0 0 26-15,0 0-41 0,-4-4 33 0,4 4-38 0,0 0 37 16,0 0-41-16,0 0 34 0,0 0-31 0,7-6 34 15,-7 6-33-15,0 0 30 0,11-2-30 16,-11 2 25-16,9-2-31 0,-9 2 38 0,12-1-39 16,-12 1 34-16,0 0-37 0,18 1 42 0,-18-1-35 0,11 2 29 15,-11-2-37-15,12 3 31 0,-12-3-25 0,10 9 38 16,-10-9-39-16,9 5 31 0,-9-5-29 16,9 10 31-16,-9-10-31 0,6 9 33 0,-2-4-31 0,-3 1 29 15,-1-6-34-15,4 11 36 0,-3-4-33 0,-1-7 31 16,3 12-31-16,-3-4 37 0,-1-3-8 0,-1 1-33 15,1 2 36-15,0-1-5 0,-3 1-32 0,3-3 39 16,-3 2-34-16,1 0 29 0,-2 0-32 0,2-2 37 16,0 0-34-16,-1 2 33 0,0-4-36 0,4-3 36 15,-5 11-29-15,5-11 29 0,-6 8-36 0,6-8 35 16,-6 7-34-16,6-7 39 0,-6 7-37 0,6-7 35 16,-4 5-33-16,4-5 33 0,0 0-31 0,-5 5 26 15,5-5-24-15,0 0 26 0,-2 7-33 0,2-7 33 16,0 0-30-16,0 0 32 0,-3 5-32 0,3-5 35 15,0 0-31-15,0 0 29 0,0 0-33 0,0 0 34 0,0 0-31 16,5 5 33-16,-5-5-33 0,0 0 25 16,0 0-26-16,10-2 29 0,-10 2-30 0,11-3 29 0,-11 3-25 15,9-2 24-15,-9 2-32 0,11-4 33 0,-11 4-9 16,14-6 5-16,-14 6-5 0,14-4 3 0,-5 2-32 16,0-1 28-16,0 1-8 0,-9 2 9 15,17-4-32-15,-8 1 36 0,0 0-29 0,-9 3 24 0,16-3-28 16,-16 3 32-16,13-2-31 0,-13 2 33 0,14-3-32 15,-14 3 30-15,10-3-28 0,-10 3 29 0,8-1-31 16,-8 1 32-16,0 0-36 0,13-3 32 0,-13 3-55 16,0 0 19-16,11-2-67 0,-11 2-3 0,0 0-44 15,10-1-42-15,-10 1-51 0,0 0-81 0,13-2-308 16,-13 2-133-16</inkml:trace>
  <inkml:trace contextRef="#ctx0" brushRef="#br0" timeOffset="90798.67">7370 5358 26 0,'0'0'410'0,"0"0"-84"0,-6-5-81 16,6 5 12-16,-7-4-72 0,7 4 8 0,-5-3-55 0,5 3 18 15,-6-5-57-15,6 5 17 0,-8-5-44 0,8 5 16 16,-6-4-51-16,6 4-2 0,-9-5-3 0,9 5-5 16,-8-7 3-16,8 7 7 0,-9-7-3 0,9 7 4 15,-11-6 1-15,6 1-1 0,-2 0 6 0,1 0-5 16,-2 1-2-16,0 0 1 0,1-1 1 0,-1 0 0 15,-2 2 13-15,1-2-14 0,0 0 21 0,-2 1-32 16,2-1 27-16,-3 0-28 0,2 0 28 0,-2 3-26 16,2-2 19-16,0 0-25 0,0 0 20 0,-1 1-30 15,0-1 19-15,2 2-22 0,-1-1 15 0,0 1-26 16,1-1 22-16,0 3-25 0,-1-3 22 0,10 3-25 16,-16-2 22-16,16 2-18 0,-16-3 16 0,16 3-16 15,-16-1 20-15,16 1-17 0,-14-1 21 0,14 1-20 16,-15 1 26-16,15-1-15 0,-15 1 16 0,15-1-20 15,-15 1 20-15,15-1-17 0,-15 4 16 0,15-4-22 0,-11 3 6 16,11-3-3-16,-13 5 4 0,13-5-9 0,-14 3 11 16,14-3-4-16,-12 5 0 0,12-5 4 15,-11 5-4-15,11-5 1 0,-9 6 2 0,9-6 1 0,-11 6-4 16,11-6 5-16,-10 6-1 0,10-6-2 0,-9 7 0 16,6-2-3-16,3-5 1 0,-8 8 0 0,8-8 2 15,-10 7-3-15,10-7 0 0,-8 7 0 0,8-7 2 16,-6 10-3-16,6-10-3 0,-8 6 0 0,8-6 4 15,-9 7 0-15,9-7 2 0,-6 8 1 0,6-8 3 16,-7 5 2-16,7-5 1 0,-9 9-1 0,9-9 16 16,-10 6-12-16,10-6 6 0,-8 7-13 0,8-7 11 15,-7 7-19-15,7-7 13 0,-7 7-18 0,1-2 12 16,2 0-13-16,2 0 12 0,2-5-11 0,-7 10 14 16,5-5-18-16,-1 2 13 0,-1-2-13 0,3 2 14 0,-3-2-14 15,2 0 10-15,-1 2-12 0,2-2 13 16,1-5-12-16,-4 12 10 0,4-12-11 0,-4 10 14 15,4-10-15-15,-1 11 14 0,1-11-12 0,-3 10 13 0,3-10-14 16,0 10 12-16,0-10-8 0,0 10 9 0,0-10-14 16,-1 12 14-16,1-12-11 0,0 11 12 15,0-11-14-15,0 10 15 0,0-10-14 0,1 11 13 16,-1-11-14-16,0 11 13 0,0-11-14 0,0 12 14 0,0-12-3 16,0 15 3-16,1-10-15 0,1 2 14 0,-1 0-11 15,-1 0 12-15,1 1-13 0,1-3 13 16,0 2-12-16,-2 0 11 0,1 0-12 0,2-1 15 0,-3 1-15 15,3-1 14-15,-1-1-15 0,-1 3 13 0,-1-8-11 16,4 10 13-16,-1-3-13 0,-2-2 13 0,-1-5-10 16,4 9 12-16,-4-9-18 0,4 12 16 0,-4-12-14 15,4 10 15-15,-2-4-15 0,-2-6 8 0,4 9-8 16,0-2 13-16,-4-7-11 0,5 7 8 0,-1-2-10 16,-4-5 15-16,5 10-15 0,-5-10 15 0,5 9-14 15,-5-9 14-15,5 10-15 0,-5-10 14 0,9 8-10 16,-9-8 7-16,5 9-9 0,-5-9 10 0,6 7-11 15,-6-7 13-15,8 9-15 0,-8-9 13 0,4 6-13 16,-4-6 14-16,8 5-14 0,-8-5 10 0,6 7-7 0,-6-7 10 16,5 5-11-16,-5-5 9 0,7 4-8 15,-7-4 11-15,6 5-10 0,-6-5 11 0,9 6-9 0,-9-6 6 16,8 4-10-16,-8-4 11 0,9 5-12 0,-9-5 13 16,10 4-14-16,-10-4 14 0,9 5-14 0,-9-5 14 15,9 5-13-15,-9-5 9 0,10 3-8 0,-10-3 10 16,10 5-6-16,-10-5 5 0,9 4-12 0,-9-4 15 15,9 3-12-15,-9-3 11 0,10 5-14 0,-10-5 12 16,8 1-9-16,-8-1 11 0,9 4-11 0,-9-4 5 16,10 3-4-16,-10-3 12 0,9 1-13 0,-9-1 12 15,9 3-12-15,-9-3 11 0,10 2-12 0,-10-2 11 16,10 2-7-16,-10-2 4 0,11 1-7 0,-11-1 11 16,11 0-10-16,-11 0 9 0,12 0-12 0,-12 0 12 15,0 0-11-15,16 1 13 0,-16-1-13 0,0 0 9 16,17 0-9-16,-17 0 9 0,0 0-9 0,15 0 13 15,-15 0-12-15,0 0 12 0,15-1-13 0,-15 1 12 16,0 0-8-16,17 0 8 0,-17 0-13 0,9-1 12 16,-9 1-10-16,12-3 11 0,-12 3-12 0,11-1 13 0,-11 1-13 15,12-3 12-15,-12 3-13 0,12-4 10 16,-12 4-7-16,13-3 11 0,-13 3-11 0,12-2 7 16,-12 2-12-16,14-3 9 0,-14 3-6 0,11-2 10 0,-11 2-9 15,13-4-2-15,-13 4 13 0,10-3-13 16,-10 3 12-16,9-3-12 0,-9 3 13 0,11-2-10 15,-11 2 10-15,11-3-12 0,-11 3 14 0,9-1-13 0,-9 1 10 16,9-3-13-16,-9 3 13 0,9-3-11 0,-9 3 14 16,9-5-14-16,-9 5 10 0,7-2-10 0,-7 2 10 15,10-5-7-15,-10 5 7 0,11-5-12 0,-11 5 10 16,9-6-12-16,-9 6 13 0,11-8-18 0,-11 8 14 16,9-5-12-16,-9 5 13 0,12-8-12 0,-12 8 16 15,11-7-15-15,-11 7 16 0,9-7-14 0,-9 7 14 16,10-7-14-16,-10 7 13 0,12-7-10 0,-7 3 12 15,-5 4-10-15,8-7 11 0,-8 7-13 0,10-6 14 16,-10 6-12-16,7-8 13 0,-7 8-14 0,8-7 11 16,-8 7-12-16,6-7 15 0,-6 7-15 0,8-8 14 0,-8 8-12 15,5-7 13-15,-5 7-15 0,7-9 15 0,-7 9-16 16,5-8 14-16,-5 8-13 0,4-9 11 16,-4 9-8-16,5-8 10 0,-5 8-15 0,5-9 14 0,-5 9-13 15,3-9 15-15,-3 9-15 0,4-9 12 16,-4 9-12-16,3-11 13 0,-3 11-18 0,4-10 19 15,-4 10-14-15,2-10 16 0,-2 10-10 0,3-11 9 16,-3 11-15-16,3-9 14 0,-3 9-10 0,1-11 11 0,-1 11-13 16,1-11 13-16,-1 11-13 0,0-12 16 0,0 12-17 15,0-11 15-15,0 11-13 0,0-10 12 0,0 4-15 16,0 6 15-16,-1-11-14 0,1 11 15 0,-3-12-13 16,3 12 11-16,-1-10-9 0,1 10 10 0,-4-11-15 15,4 11 12-15,-1-10-11 0,-2 3 12 0,3 7-12 16,-2-10 9-16,-1 3-9 0,3 7 12 0,-4-10-11 15,4 10 11-15,-2-12-12 0,-2 7 14 0,4 5-14 16,-4-12 14-16,0 7-15 0,2 0 14 0,-1-2-13 16,1 1 12-16,-2 2-9 0,1-4-3 0,-2 2 1 15,0 1 0-15,1-2 4 0,0-1-2 0,-1 3 1 0,0-2 2 16,1 1-1-16,-2 0-1 0,1 0 0 16,-2 0 4-16,1 1-5 0,1-1 3 0,-4 0 0 15,3 1 0-15,-2 0 0 0,0-2-1 0,-2 3 0 0,2-1 0 16,-1-1 3-16,-1 0-5 0,1 1 2 15,0 0-3-15,0 0 2 0,-1-1 9 0,0 2-15 16,1-1 13-16,-1-2-16 0,-1 5 3 0,2-3-52 0,-2-1-22 16,2 2-61-16,0 0-35 0,-1 1-93 0,0 1-56 15,-1 0-115-15,0-1-402 0,1 3-389 0</inkml:trace>
  <inkml:trace contextRef="#ctx0" brushRef="#br0" timeOffset="93214.86">7679 5620 43 0,'4'-5'463'0,"-4"5"-131"0,0 0-50 0,0 0-44 16,0 0-34-16,0 0-25 0,0 0-19 0,0 0-22 16,0 0-19-16,0 0 1 0,0 0-59 0,7-3 27 15,-7 3-40-15,0 0 37 0,0 0-36 0,0 0 27 0,0 0-34 16,0 0 29-16,0 0-35 0,0 0 29 15,0 0-11-15,0 0-27 0,0 0 18 0,0 0-34 16,0 0 26-16,0 0-7 0,0 0 3 0,0 0 7 0,0 0 8 16,2 8-6-16,-2-8 1 0,0 9-5 15,0-9-2-15,1 14-8 0,2-8-4 0,-6 4-4 16,7-1-20-16,-4 0 23 0,0-1-28 0,3-1 21 16,-3 3-23-16,1-3 22 0,0 3-22 0,-1-4 21 0,0 3-22 15,1-2 21-15,1-1-21 0,-1 0 20 0,-1-6-18 16,0 11 15-16,0-11-17 0,3 10 20 0,-3-10-20 15,1 7 21-15,-1-7-19 0,0 5 20 0,0-5-20 16,0 0 25-16,1 10-22 0,-1-10 18 0,0 0-23 16,0 0 20-16,0 0-22 0,0 0 17 15,0 0-16-15,0 0 18 0,0 0-22 0,3-8 19 0,-3 8-15 16,1-7 15-16,-1 7-1 0,1-7-1 0,-1 7-4 16,4-10-1-16,-4 10 2 0,4-9-3 0,1 4 0 15,-5 5 2-15,6-9 1 0,-2 4-5 0,0-2 3 16,0 2-3-16,1 0 1 0,0 0-3 0,-1 0 0 15,1 0 2-15,-1 0-3 0,1 1 3 0,-5 4-1 16,9-8-1-16,-9 8-1 0,8-6 2 0,-8 6 1 16,5-6 0-16,-5 6 1 0,5-4 0 0,-5 4 0 15,0 0-10-15,0 0 16 0,13 0-2 0,-13 0-1 16,0 0-1-16,9 7 2 0,-9-7-1 0,3 5 0 16,-3-5 2-16,4 9-2 0,-4-9-1 0,4 8-2 0,-4-8 5 15,4 7-2-15,-4-7 0 0,4 10-2 0,-4-10 0 16,5 7-1-16,-5-7 0 0,2 8 1 15,-2-8-6-15,3 6 5 0,-3-6-3 0,4 4 0 16,-4-4 2-16,0 0 0 0,2 8 0 0,-2-8-24 0,0 0 9 16,0 0 25-16,6 3-4 0,-6-3-3 0,0 0-2 15,0 0-3-15,5-5 7 0,-5 5-6 0,4-5-2 16,-4 5-4-16,2-5 2 0,-2 5 1 0,5-6-1 16,-5 6 2-16,7-7 1 0,-7 7-2 0,5-5 2 15,-5 5 1-15,6-6 1 0,-6 6-4 0,7-5 0 16,-7 5 4-16,7-5 2 0,-7 5 0 0,8-2-1 15,-8 2 2-15,7-3-3 0,-7 3 3 0,8-4 0 16,-8 4 2-16,0 0-2 0,14 0 2 0,-14 0-4 16,0 0-1-16,12 0 5 0,-12 0-1 0,10 3-2 15,-10-3-4-15,8 4 9 0,-8-4-4 0,9 7 1 16,-9-7 2-16,6 8-4 0,0-4 3 0,-2 1 0 16,0 1 3-16,-2 0-5 0,2 1-20 0,0-2 28 15,-1 2-28-15,1-1 34 0,-2 1-32 0,2-1 31 0,-2-1-23 16,1-1 22-16,-3-4-27 0,5 11 29 0,-5-11-27 15,3 7 29-15,-3-7-27 0,4 8 30 16,-4-8-26-16,0 0 24 0,3 5-28 0,-3-5 27 0,0 0-25 16,0 0 23-16,0 0-26 0,9-5 25 0,-9 5-3 15,1-8-5-15,-1 8 3 0,3-7-2 0,-3 7-5 16,4-8-3-16,-4 8 1 0,5-9 1 0,-5 9-3 16,4-7 3-16,-4 7 0 0,8-7-4 0,-8 7 1 15,7-6 3-15,-7 6 0 0,9-4-3 0,-9 4 4 16,8-5 0-16,-8 5-4 0,9 0 4 0,-9 0-2 15,0 0-1-15,15-2-1 0,-15 2 1 0,0 0-8 16,13 0-16-16,-13 0-29 0,0 0 31 0,13 2-37 16,-13-2 40-16,0 0-31 0,10 3 31 0,-10-3-33 15,0 0 35-15,9 5-39 0,-9-5 30 0,7 4-39 16,-7-4 34-16,7 5-3 0,-7-5-11 0,5 5-10 16,-5-5-22-16,4 5-12 0,-4-5-17 0,5 5-17 15,-5-5-28-15,0 0-38 0,5 7-106 0,-5-7-168 16,0 0 53-16</inkml:trace>
  <inkml:trace contextRef="#ctx0" brushRef="#br0" timeOffset="93431.7">8011 5569 631 0,'0'0'550'0,"0"0"-132"16,0 0-91-16,0 0-66 0,-7-4-58 0,7 4-47 16,0 0-36-16,0 0-21 0,0 0-24 0,6-4-43 15,-6 4-106-15,0 0-50 0,11-2-100 0,-11 2-140 16,0 0-295-16,15 0-167 0</inkml:trace>
  <inkml:trace contextRef="#ctx0" brushRef="#br0" timeOffset="93964.73">8230 5580 83 0,'0'0'561'0,"0"0"-169"0,0 0-87 0,0 0-55 15,4 6-22-15,-4-6-12 0,1 6-68 0,-1-6 10 16,3 8-67-16,-3-8 15 0,1 10-49 0,3-3 18 16,-3 0-44-16,2-2 20 0,-1 2-39 0,1 3 32 15,-1-3-39-15,1 3 37 0,-1-3-47 0,1 1 34 16,1 0-37-16,-3 1 36 0,3-2-34 0,0 0 29 16,-2 1-24-16,1-1 21 0,-3-7-39 0,4 10 38 15,-3-3-35-15,-1-7 36 0,4 7-36 0,-4-7 36 16,4 9-38-16,-4-9 41 0,2 6-32 0,-2-6 39 15,0 0-31-15,4 4 27 0,-4-4-38 0,0 0 36 16,0 0-35-16,10-4 30 0,-10 4-33 0,5-6 33 16,-5 6-28-16,5-9 28 0,-5 9-35 0,8-7 31 15,-8 7-34-15,8-12 37 0,-6 7-37 0,2 1 33 16,-4 4-32-16,9-11 37 0,-9 11-37 0,8-7 34 0,-8 7-31 16,9-7 32-16,-9 7-36 0,7-8 37 0,-7 8-36 15,8-5 35-15,-8 5-32 0,8-4 36 16,-8 4-35-16,9-4 30 0,-9 4-42 0,0 0 43 15,11-3-36-15,-11 3 26 0,0 0-21 0,0 0 32 0,12 2-32 16,-12-2 36-16,7 4-37 0,-7-4 32 0,5 5-26 16,-5-5 27-16,7 8-25 0,-7-8 24 0,4 8-33 15,-4-8 31-15,5 9-34 0,-5-9 38 0,5 8-34 16,-5-8 30-16,4 6-36 0,-4-6 33 0,2 8-32 16,-2-8 30-16,4 7-56 0,-4-7 6 0,0 0-86 15,3 5-37-15,-3-5-92 0,0 0-145 0,0 0-226 16,0 0-138-16</inkml:trace>
  <inkml:trace contextRef="#ctx0" brushRef="#br0" timeOffset="94799.98">8525 5609 443 0,'0'0'437'0,"0"0"-58"0,0 0-116 0,0 0-22 16,0 0-77-16,0 0 8 0,0 0-55 0,0 0 20 0,0 0-65 16,0 0 22-16,3 6-54 0,-3-6 24 15,1 7-41-15,-1-7 28 0,5 7-39 0,-5-7 28 16,3 7-43-16,-3-7 35 0,4 10-39 0,-4-10 37 0,2 8-37 16,-2-8 45-16,5 10-45 0,-5-10 34 0,4 10-39 15,-4-10 37-15,3 9-36 0,-3-9 35 16,2 8-31-16,-2-8 27 0,3 7-38 0,-3-7 40 0,0 0-39 15,4 6 39-15,-4-6-38 0,0 0 43 0,0 0-36 16,2 7 37-16,-2-7-44 0,0 0 39 0,0 0-38 16,9-2 36-16,-9 2-39 0,8-5 35 0,-8 5-39 15,6-6 41-15,-6 6-39 0,7-8 37 0,-7 8-30 16,6-8 30-16,-6 8-34 0,9-7 35 0,-9 7-37 16,6-6 39-16,-6 6-17 0,4-5 17 0,-4 5-34 15,0 0 35-15,6-7-35 0,-6 7 33 0,0 0-38 16,0 0 38-16,7-4-30 0,-7 4 29 0,0 0-31 15,0 0 34-15,0 0-32 0,10 3 36 0,-10-3-8 16,5 5-34-16,-5-5 36 0,5 5-4 0,-5-5-34 0,7 4 39 16,-7-4-2-16,10 7-30 0,-10-7 28 0,9 5-32 15,-9-5 32-15,10 5-30 0,-10-5 35 16,13 4 4-16,-13-4-12 0,13 1-1 0,-13-1-3 16,14 3 0-16,-14-3-10 0,0 0-19 0,16 0 34 0,-16 0-3 15,11 0 5-15,-11 0 4 0,11-3 4 0,-11 3 6 16,8-5-4-16,-8 5-3 0,7-4-1 15,-7 4 2-15,9-6-3 0,-5 0-5 0,-1 1-2 0,-1 0-1 16,2-4-8-16,1 3 2 0,-2-5 2 0,1 3-6 16,-1-2 0-16,1-2-1 0,-1-1 1 0,1 1-21 15,-2 1 24-15,1-4-21 0,-1 3 22 0,1 0-22 16,-2 0-1-16,2 0 7 0,-2 2 21 0,0-1-18 16,3 3 20-16,-3-1-18 0,-1 3 29 0,0 6-21 15,3-12 15-15,-3 12-26 0,1-9 21 0,-1 9-25 16,0-11 21-16,0 11-26 0,1-6 27 0,-1 6-23 15,0 0 22-15,0 0-18 0,0 0 19 0,0 0-24 16,0 0 28-16,6 4-17 0,-6-4 20 0,0 10-12 16,0-10 21-16,2 12 2 0,-2-4 1 0,0-2 3 15,3 4 1-15,-3-2-2 0,1 3-2 0,0-2-1 0,2 3 0 16,-2-1-1-16,0 1-2 0,2 0 0 16,-1 0-6-16,2 1-7 0,-4-1 13 0,4 2-2 15,-1-1-5-15,-1 1-18 0,2-2 15 0,-1 0-30 0,-1 0 33 16,1-1-21-16,-1 0 16 0,2-1-17 0,0-1 13 15,-3 3-16-15,3-4 15 0,-1 0-17 16,-1 1 16-16,-2-4-29 0,3 2-23 0,-2-2-55 0,-1-5-7 16,5 9-63-16,-5-9-4 0,1 7-85 0,-1-7-27 15,0 0-38-15,0 0-66 0,0 0-270 0,0 0-166 16</inkml:trace>
  <inkml:trace contextRef="#ctx0" brushRef="#br0" timeOffset="95631.53">8872 5673 320 0,'0'0'446'0,"-7"-5"-70"0,7 5-56 16,0 0-35-16,-5-5-67 0,5 5 19 0,-4-6-44 15,4 6-29-15,0 0-23 0,-4-6-27 0,4 6-21 16,0 0-18-16,0 0-18 0,-5-5-10 0,5 5-14 16,0 0-3-16,0 0-8 0,0 0 2 0,5-5-14 15,-5 5-7-15,0 0 9 0,8-5-3 0,-8 5-3 16,0 0 1-16,13-2-1 0,-13 2-3 0,12 0-2 15,-12 0 2-15,15-2 1 0,-15 2 0 0,19 0-4 16,-19 0 3-16,19-3-6 0,-6 3 5 0,-3 0-1 16,3-2 0-16,-2 1-1 0,-2-1-2 0,4-1 6 15,-3 0-9-15,-1 2-19 0,3-3 28 0,-3 1-22 0,0 0 24 16,-1-1-26-16,0-2 31 0,-1 2-28 0,-1-1 29 16,0 0-30-16,1 0 32 0,-2 1-30 0,-1-1 35 15,-2-2-33-15,2 2 29 0,-4 5-28 0,5-8 31 16,-5 8-23-16,5-8 27 0,-5 8-21 0,4-8 23 15,-4 8-20-15,4-8 27 0,-4 8-26 0,0 0 26 16,2-6-24-16,-2 6 22 0,0 0-25 0,3-6 19 16,-3 6-23-16,0 0 20 0,0 0-23 0,3-6 23 15,-3 6-24-15,0 0 16 0,0 0-18 0,0 0 19 16,0 0-21-16,0 0 20 0,0 0-15 0,0 0 18 16,-12 1-15-16,12-1 25 0,-8 5-22 0,8-5 24 15,-6 7 1-15,2-2 6 0,-1 1-1 0,1-1-1 16,0 1 1-16,-2 4 1 0,4-3-1 0,-2 4-3 0,1-3-9 15,-1 2 2-15,2 0-16 0,-1 0 15 16,2 0-18-16,-2 1 12 0,3-3-16 0,0 4 15 16,0-4-16-16,0 1 9 0,0 0-10 0,0-1 16 15,3 0-19-15,-2 0 16 0,2-3-14 0,1 3 17 0,-2-1-15 16,5-2 12-16,0 0-18 0,-2-1 19 16,4-1-18-16,0-1 13 0,0 1-17 0,-9-3 11 15,18 0-36-15,-5 0 4 0,-3 0-31 0,2 0 11 0,-1-3-25 16,-1 1 24-16,1-4-25 0,0 2 32 0,-2 2-22 15,0-3 35-15,0-2-30 0,-3 2 34 0,2-2-24 16,-2-1 36-16,2-1-25 0,-3 1 34 0,-1-1-27 16,0 2 37-16,-2-3-33 0,2 4 38 0,-1-5-30 15,-2 6 35-15,0-2-27 0,-1 7 48 0,4-12-19 16,-3 7 34-16,-1 5-21 0,1-11 27 0,-1 11-25 16,0-6 19-16,0 6-25 0,0-8 19 0,0 8-21 15,0 0 18-15,-1-8-18 0,1 8 22 0,0 0-23 16,0-7 12-16,0 7-26 0,0 0 18 0,0 0-25 15,0 0 18-15,0 0-19 0,0 0 17 0,0 0-22 16,0 0 23-16,0 0-13 0,3 7 11 0,-3-7-16 16,5 6 15-16,-5-6-15 0,5 12 11 0,-1-5-17 15,0 1 19-15,0-1-18 0,0 0 18 0,0 3-19 0,0-2 22 16,0 3-23-16,-1-4 22 0,1 3-20 16,-2-2 21-16,1 2-22 0,-2-1 23 0,2-1-18 15,0-2 21-15,-3-6-18 0,0 15 14 0,0-15-16 16,1 10 14-16,-1-10-16 0,2 12 10 0,-2-12-55 0,-3 7-52 15,3-7-131-15,-1 7-111 0,1-7-201 0,0 0-271 16,-9 3-345-16</inkml:trace>
  <inkml:trace contextRef="#ctx0" brushRef="#br0" timeOffset="95814.83">9556 5726 337 0,'0'0'835'16,"7"4"-219"-16,-7-4-114 0,0 0-134 0,9 6-46 15,-9-6-62-15,0 0-39 0,9 2-55 0,-9-2-28 16,0 0-90-16,6 4-156 0,-6-4-246 0,0 0-690 16,0 0-662-16</inkml:trace>
  <inkml:trace contextRef="#ctx0" brushRef="#br0" timeOffset="99481.38">6644 6217 86 0,'0'0'296'0,"0"0"-69"16,0 0-47-16,0 0-27 0,0 0-20 0,0 0-10 15,0 0-21-15,0 0-15 0,0 0-8 0,0 0-19 16,-6-1-10-16,6 1-7 0,0 0-3 0,0 0-12 16,0 0 1-16,0 0-3 0,0 0-9 0,0 0 4 15,0 0-1-15,0 0 5 0,0 0 1 0,0 0 3 16,0 0 6-16,0 0 2 0,0 0-19 0,0 0 36 15,0 0-28-15,0 0 35 0,0 0-35 0,0 0 39 16,0 0-43-16,0 0 31 0,0 0-44 0,0 0 32 16,0 0-39-16,0 0 29 0,0 0-28 0,0 0 21 15,0 0-37-15,0 0 31 0,0 0-29 0,0 0 32 16,0 0-33-16,0 0 27 0,0 0-34 0,0 0 34 0,0 0-36 16,0 0 36-16,0 0-34 0,0 0 35 15,0 0-33-15,0 0 32 0,0 0-29 0,0 0 33 16,0 0-31-16,0 0 34 0,0 0-39 0,0 0 35 15,0 0-34-15,10 0 34 0,-10 0-30 0,0 0 29 0,0 0-39 16,0 0 42-16,14 0-34 0,-14 0 30 0,0 0-32 16,14 0 32-16,-14 0-35 0,0 0 39 0,16 0-32 15,-16 0 27-15,15-1-33 0,-15 1 34 0,14 0-35 16,-14 0 35-16,18 0-32 0,-18 0 35 0,19-2-35 16,-19 2 30-16,19 0-31 0,-7 0 33 0,-12 0-34 15,20 0 34-15,-20 0-26 0,24 0 23 0,-24 0-32 16,23 0 35-16,-10 0-33 0,-13 0 33 0,23 0-32 15,-11 0 37-15,0 0-39 0,0 0 35 0,2 0-35 16,-3 0 34-16,1 0-30 0,2 0 32 0,0-1-34 16,-14 1 30-16,23 0-32 0,-23 0 34 0,24 0-33 15,-12 1 36-15,-12-1-37 0,20-1 29 0,-20 1-27 16,19 1 34-16,-19-1-33 0,18 0 31 0,-18 0-32 16,18 0 31-16,-18 0-31 0,18 2 31 0,-18-2-30 0,18 0 33 15,-18 0-34-15,19 0 38 0,-19 0-35 16,18 1 27-16,-18-1-34 0,19 0 34 0,-19 0-31 15,20 0 33-15,-20 0-33 0,20 1 33 0,-20-1-35 16,19 0 37-16,-19 0-34 0,18 3 32 0,-18-3-33 16,18 0 38-16,-18 0-33 0,18 0 28 0,-18 0-34 0,16 1 34 15,-16-1-32-15,18 1 33 0,-18-1-31 16,17 0 32-16,-17 0-35 0,18 2 33 0,-18-2-30 0,15 0 30 16,-15 0-34-16,19 0 32 0,-19 0-26 0,19 0 27 15,-19 0-33-15,18 0 34 0,-18 0-31 0,21 0 32 16,-21 0-35-16,19 0 37 0,-19 0-37 15,19 0 34-15,-19 0-34 0,19 0 36 0,-7 0-34 0,-12 0 32 16,20 0-27-16,-20 0 25 0,19-2-30 0,-6 2 31 16,-13 0-32-16,19-2 35 0,-19 2-36 0,22 0 34 15,-9 0-34-15,-3 0 35 0,2-3-35 0,-12 3 32 16,23 0-29-16,-23 0 30 0,21 0-31 0,-21 0 32 16,23-1-32-16,-23 1 33 0,18 0-32 0,-18 0 36 15,22-1-33-15,-22 1 27 0,19 0-37 0,-19 0 37 16,23 0-33-16,-23 0 35 0,23 0-34 0,-23 0 35 15,24-2-36-15,-24 2 31 0,26 0-32 0,-15-1 34 16,1 1-33-16,2 0 37 0,-1-2-32 0,-1 1 27 16,1 1-34-16,1-1 35 0,-2 1-33 0,1-1 31 0,-1 1-30 15,1-2 34-15,0 2-37 0,-2-1 33 0,1 1-34 16,2 0 36-16,-2-1-31 0,0 1 32 16,0 0-32-16,-1-3 29 0,2 3-31 0,0 0 32 0,-2 0-34 15,2-1 32-15,-1 1-29 0,2-1 37 16,-3-1-42-16,2 2 39 0,0-1-34 0,-3 1 34 15,4-2-34-15,-2 1 33 0,0 1-28 0,-2-1 27 16,2 1-31-16,1 0 34 0,-3 0-36 0,-10 0 36 0,23-3-35 16,-23 3 30-16,22 0-36 0,-11-2 21 0,0 2-34 15,-11 0 27-15,21 0-33 0,-21 0 37 0,22 0-29 16,-22 0 36-16,21-3-31 0,-21 3 33 0,21-1-22 16,-8 1 28-16,-13 0-26 0,20-1 25 0,-7-1-30 15,-3 2 33-15,3-1-31 0,-2 1 32 0,1-1-29 16,1-1 37-16,-2 2-38 0,2-1 31 0,0 1-29 15,0 0 32-15,1-3-32 0,-4 3 33 0,5 0-31 16,-2 0 27-16,-1-1-28 0,2 0 29 0,-3 1-28 16,3-2 31-16,-2 2-28 0,-1-1 34 0,3 0-38 15,-14 1 36-15,23-1-32 0,-11-1 32 0,-2 2-27 16,-10 0 26-16,23-1-25 0,-10 1 28 0,-2-1-32 16,-11 1 29-16,23 0-30 0,-23 0 33 0,22 0-34 15,-22 0 40-15,23-1-37 0,-12-1 33 0,-11 2-32 16,21 0 36-16,-21 0-33 0,22 0 39 0,-12-3-30 0,-10 3 31 15,19 0-36-15,-19 0 36 0,18-1-32 16,-18 1 38-16,18-1-41 0,-18 1 7 0,18-2 3 16,-18 2 5-16,15-1-1 0,-15 1 0 0,17-1 1 0,-17 1-3 15,12-1-3-15,-12 1-3 0,13-2-2 0,-13 2 0 16,13 0-3-16,-13 0 2 0,10 0 4 16,-10 0-7-16,13 0-1 0,-13 0 1 0,0 0-2 0,14 0-1 15,-14 0 5-15,13 2 0 0,-13-2-3 0,10 0 0 16,-10 0-1-16,0 0 2 0,14 1 1 0,-14-1 2 15,0 0 12-15,14 1 4 0,-14-1 27 0,0 0-8 16,0 0 12-16,9 1 7 0,-9-1-5 0,0 0-3 16,0 0-5-16,0 0-10 0,0 0-5 0,0 0-4 15,0 0-8-15,0 0-10 0,0 0-2 0,0 0-1 16,0 0-2-16,0 0-4 0,0 0 2 0,0 0 2 16,0 0-7-16,0 0-2 0,0 0-13 0,0 0-25 15,0 0-25-15,0 0-34 0,0 0-33 0,0 0-1 16,0 0-67-16,0 0-38 0,0 0-97 0,0 0-264 0,0 0-114 15</inkml:trace>
  <inkml:trace contextRef="#ctx0" brushRef="#br0" timeOffset="101764.19">9412 7149 296 0,'0'0'413'0,"0"0"-80"0,0 0-91 0,0 0 4 15,-9 3-47-15,9-3-16 0,0 0-20 0,0 0-19 0,0 0-22 16,0 0-27-16,0 0-9 0,-11 1-21 0,11-1-2 16,0 0-15-16,0 0-2 0,0 0 1 0,0 0-6 15,0 0 2-15,0 0 0 0,0 0-1 0,0 0-3 16,0 0-5-16,0 0 1 0,0 0-2 0,0 0-3 16,0 0-2-16,0 0-4 0,-12-1 2 0,12 1-10 15,0 0-3-15,0 0 3 0,0 0 0 0,-6-3-1 16,6 3-3-16,0 0 3 0,0 0-8 0,-7-3-1 15,7 3-2-15,0 0-1 0,-10-2 1 0,10 2 0 16,0 0 15-16,0 0-13 0,-9-6 7 0,9 6-3 16,0 0 2-16,-9-6 7 0,9 6 15 0,-7-3-2 15,7 3-1-15,-8-6-2 0,3 0-7 0,5 6-2 16,-12-9-4-16,6 4-1 0,-2 0-9 0,2-3 0 16,-2 1 5-16,-2-2-11 0,1-1 3 0,-1 0-4 15,-2-1 5-15,2 1-6 0,0-1 1 0,-2 0 0 16,2-1-1-16,0 1 2 0,-3 1-2 0,3-1 2 15,-3 0-2-15,3 0 6 0,0 2-7 0,-2 0 3 0,2-2-2 16,0 2 6-16,-2 0-5 0,3 0 0 16,0 0 2-16,-1 2 0 0,1 0-3 0,3 1 1 0,-2-1 4 15,0 0-2-15,2 2-3 0,0-2 2 16,-1 2 0-16,2 1-3 0,0-1 4 0,5 5 0 0,-9-9 0 16,5 3 2-16,0 1-2 0,0 1-2 0,4 4 0 15,-6-7 5-15,6 7-6 0,-7-10 1 0,7 10 0 16,-7-8-1-16,7 8 0 0,-6-9 1 0,6 9 2 15,-5-6-4-15,5 6 2 0,-4-7-1 0,4 7 0 16,-7-6 0-16,7 6 1 0,-3-4 0 0,3 4 0 16,-4-5 3-16,4 5-1 0,0 0-2 0,0 0 1 15,-5-6 0-15,5 6-2 0,0 0-2 0,0 0 3 16,-4-5-3-16,4 5 1 0,0 0 1 0,0 0 2 16,0 0-3-16,0 0-1 0,0 0 2 0,-4-5-3 15,4 5 2-15,0 0 3 0,0 0 9 0,0 0-12 16,0 0 0-16,0 0 0 0,0 0-3 0,0 0 4 15,0 0 4-15,0 0-7 0,0 0 4 0,0 0 0 16,0 0-2-16,0 0 3 0,0 0-3 0,0 0 9 0,0 0-9 16,0 0 2-16,0 0 2 0,0 0-3 0,0 0 1 15,0 0 0-15,-1 7 4 0,1-7-4 16,0 0 2-16,0 0-3 0,0 0 1 0,0 0 0 0,2 6 0 16,-2-6 0-16,0 0 0 0,0 0 5 0,0 0-4 15,0 0-1-15,4 6 3 0,-4-6 4 0,0 0-7 16,0 0-1-16,0 0 2 0,0 0 0 0,0 0-1 15,0 0 2-15,0 0 2 0,0 0-5 0,0 0 0 16,3 5 0-16,-3-5 4 0,0 0-3 0,0 0 1 16,0 0-1-16,0 0 3 0,0 0 1 0,3 5-5 15,-3-5 0-15,0 0 0 0,0 0 6 0,6 7-4 16,-6-7 1-16,2 6 2 0,-2-6-3 0,4 9 3 16,-4-9-37-16,6 9 49 0,-4-1-6 0,-1-3-1 15,0 2-2-15,2-1 0 0,-2 2-1 0,-1 0 0 16,1-1-2-16,1 0 1 0,-1 0 0 0,-1 1-2 15,0-8 0-15,0 12 1 0,0-12 2 0,0 12-5 16,0-12 2-16,0 11 1 0,0-11-3 0,0 8-1 0,0-8 3 16,0 7 2-16,0-7-3 0,0 0 2 0,0 8 1 15,0-8 0-15,0 0 1 0,-1 8 1 16,1-8 9-16,0 0-11 0,0 0-1 0,0 0 0 16,0 0-2-16,0 0-1 0,0 0-1 0,0 0 2 0,0 0-2 15,-7-5 4-15,7 5-3 0,-4-7 2 0,4 7-2 16,-6-8 4-16,6 8-1 0,-4-10-4 15,2 5 2-15,-1-2-35 0,3 7 42 0,-5-12-2 0,1 6-34 16,3 0 36-16,-2 0 1 0,1 0-2 0,-1 1-2 16,-1-2-3-16,3 2 0 0,-1-2 2 0,-1 1-2 15,2-1 3-15,-2 2-5 0,3 5 1 0,-4-11 1 16,3 5 0-16,1 6-3 0,-4-9-2 0,3 1 5 16,1 8-2-16,-4-9-2 0,4 9 1 0,-5-12 3 15,5 12-3-15,-4-10 0 0,3 4 0 0,1 6 17 16,-4-9-20-16,4 9 17 0,-4-10-18 0,4 10 6 15,-2-9-4-15,2 9 16 0,-3-7-21 0,3 7 19 16,-3-7-17-16,3 7 17 0,-2-4-21 0,2 4 22 16,-3-8-21-16,3 8 18 0,0 0-19 0,0 0 20 0,-1-7-22 15,1 7 20-15,0 0-13 0,0 0 11 16,0 0-20-16,-1-6 22 0,1 6-17 0,0 0 13 16,0 0-15-16,0 0 21 0,-4-7-21 0,4 7 20 0,0 0-20 15,0 0 22-15,0 0-18 0,0 0 18 16,0 0-22-16,0 0 21 0,0 0-21 0,0 0 19 0,0 0-20 15,0 0 17-15,0 0-15 0,0 0 18 16,0 0-22-16,0 0 18 0,0 0-15 0,0 0 16 0,0 0-20 16,0 0 25-16,0 0-22 0,6-2 20 0,-6 2-17 15,0 0 18-15,13 1-17 0,-13-1 16 0,15 1-17 16,-15-1 18-16,16 0-19 0,-16 0 1 0,16 3 2 16,-16-3 0-16,17 0 3 0,-17 0-2 0,17 1 0 15,-17-1 3-15,11 1 2 0,-11-1-2 0,12 2-1 16,-12-2 4-16,0 0-3 0,14 1 4 0,-14-1-2 15,0 0 4-15,0 0-4 0,13 2-1 0,-13-2 0 16,0 0 0-16,0 0 1 0,7 3 1 0,-7-3 1 16,0 0-2-16,4 7 3 0,-4-7-3 0,0 0 1 0,0 8 0 15,0-8 5-15,0 6-4 0,0-6 0 16,-1 9 2-16,1-9-1 0,-3 9-3 0,3-9 1 16,-5 9 6-16,5-9-4 0,-2 10-2 0,2-10 3 15,-6 9-2-15,6-9 2 0,-5 9 1 0,5-9 7 0,-5 8-10 16,5-8 1-16,-4 9-2 0,4-9-1 15,-9 8-4-15,9-8-65 0,-6 7-32 0,6-7-88 16,-5 8-106-16,5-8-153 0,0 0-357 0,-5 5-333 0</inkml:trace>
  <inkml:trace contextRef="#ctx0" brushRef="#br0" timeOffset="102681.16">9715 6914 372 0,'-7'-7'390'16,"7"7"-58"-16,0 0-44 0,-6-5-21 0,6 5-27 15,0 0-35-15,-6-5-57 0,6 5-7 0,0 0-27 16,0 0-32-16,0 0-19 0,0 0-4 0,0 0-11 16,0 0-1-16,0 0 1 0,0 0 0 0,0 0-7 15,6 7 9-15,-6-7 0 0,5 12 10 0,-1-6 9 0,-1 3 1 16,-1 0-2-16,2 1-4 0,1 2 0 16,-2 0-6-16,0 2-4 0,0 1 14 0,-2 0-22 15,2 1 10-15,-2 1-24 0,2 0 16 0,-2-1-25 16,-1 0-5-16,0 1-2 0,1 0 1 0,1-2 3 0,-2-1-15 15,0-2-1-15,0 2 2 0,0-1-3 0,1-1-1 16,0-2 3-16,-1 2-5 0,3-3 0 16,-3-1-5-16,1-1-3 0,-1-7-10 0,1 13-19 0,-1-13-22 15,2 9-32-15,-2-9-60 0,0 0-54 0,2 9-60 16,-2-9-33-16,0 0-100 0,0 0-356 0,4-9-265 16</inkml:trace>
  <inkml:trace contextRef="#ctx0" brushRef="#br0" timeOffset="103566.01">9684 7061 488 0,'0'0'425'0,"-6"-8"-90"0,6 8-67 0,-5-8-31 16,5 8-26-16,-3-11-40 0,3 11-31 0,1-11-26 15,3 5-40-15,-1 0-12 0,2 0-15 0,0 0-9 0,3 1-9 16,-1-2-9-16,1 2-7 0,1 1-3 0,-1 0-2 16,2 1 1-16,-1-1 0 0,0 2-6 15,-9 2-2-15,15-2-1 0,-15 2 2 0,13 0 1 0,-13 0-1 16,14 4 2-16,-14-4 7 0,10 7-8 0,-6-2-1 16,0 0-1-16,-3 2 1 0,4-2-2 0,-4 3 4 15,1 1 3-15,-1-2-6 0,-2 1 1 0,1 1-1 16,-2 1 1-16,1-1-1 0,0 0 24 0,-3-2-25 15,0 2-6-15,0-1 3 0,1-1-1 0,-1 3 2 16,-1-5 1-16,-1 1 1 0,0 1 10 0,1-2-12 16,-1 0 1-16,0-2 6 0,0 2-3 0,6-5 3 15,-10 4-3-15,10-4 0 0,-12 4 11 0,12-4 5 16,-9 4 13-16,9-4 11 0,-8 3 4 0,8-3-1 16,-7 4 0-16,7-4-3 0,0 0-5 0,-9 2-9 0,9-2-6 15,0 0 13-15,0 0-28 0,0 0-3 16,-10 2-2-16,10-2-3 0,0 0 8 0,0 0-7 15,0 0 5-15,0 7 1 0,0-7 0 0,0 0 0 0,9 6 0 16,-9-6 5-16,5 5-4 0,-5-5-2 16,9 5-5-16,-9-5 3 0,13 4 1 0,-13-4-3 0,13 7 1 15,-7-5 2-15,-6-2-2 0,16 5-4 16,-16-5 2-16,19 4-1 0,-19-4 0 0,21 1-8 0,-21-1-9 16,22 1-4-16,-12-2-3 0,3 1-4 0,-3-1-7 15,2 1 4-15,-1-3 7 0,1 0-2 0,-1 1 5 16,1-1 0-16,-2-3 9 0,0 3 1 0,0-2 5 15,1 2 8-15,-4-2-2 0,2 0 1 0,-1 0 3 16,-2 1 1-16,2 0 3 0,-2-1-1 0,-6 5 4 16,9-8 1-16,-9 8 3 0,9-9-1 0,-9 9 2 15,5-8 1-15,-5 8 1 0,6-5-8 0,-6 5 3 16,3-9-1-16,-3 9 0 0,4-4 4 0,-4 4 4 16,0 0-1-16,1-8-4 0,-1 8-3 0,0 0 1 15,-2-7-5-15,2 7 5 0,0 0-3 0,0 0 6 16,-9-3-1-16,9 3 6 0,0 0 6 0,0 0 0 15,-16 1 7-15,16-1-3 0,0 0-1 0,-12 4 1 16,12-4-1-16,-12 2-1 0,12-2-3 0,-9 6 2 0,9-6-8 16,-9 5-1-16,9-5-6 0,-10 6 4 0,10-6-1 15,-6 11-1-15,2-5 5 0,1-2 6 0,-1 3 8 16,2-2-6-16,-2 1-6 0,4 1-2 0,-2 0 1 16,0-2-6-16,2 3 1 0,-1-2 1 0,1 2-4 15,1-2-1-15,1 1-2 0,-1 0 2 16,-1-7-6-16,3 10 2 0,0-4-3 0,0 0 1 0,-3-6-1 15,6 9-2-15,-6-9 1 0,8 9-5 0,-8-9 2 16,11 6-9-16,-11-6-10 0,12 4-17 0,-12-4-13 16,15 5-23-16,-15-5-21 0,14 2-14 0,-14-2-14 15,16 1-11-15,-16-1-8 0,16 0-9 0,-16 0-8 16,17-1-11-16,-17 1-10 0,14-2-14 0,-7 0-63 16,2-3-71-16,-1 2-222 0,0-1-62 0</inkml:trace>
  <inkml:trace contextRef="#ctx0" brushRef="#br0" timeOffset="104547.83">10167 6961 330 0,'0'0'410'0,"0"0"-81"0,-6-5-45 16,6 5-38-16,0 0-27 0,-5-6-27 0,5 6-48 15,0 0 3-15,0 0-54 0,-7-4 14 0,7 4-48 16,0 0 20-16,0 0-44 0,0 0 26 0,0 0-41 16,0 0 28-16,0 0-36 0,0 0 47 0,0 0 21 15,0 0 17-15,0 0 6 0,2 11 8 0,-2-11-2 0,2 13-1 16,2-5-2-16,-3 2-11 0,2 1-4 16,-2 1-5-16,0-1 0 0,2 2-12 0,-2 0-14 15,-1-1-12-15,3 2-9 0,-2-2-6 0,0 1-9 0,1 0-5 16,0-1-3-16,-2 0 1 0,3-2-8 0,-2 1 0 15,-1 0-3-15,3-1 0 0,-1 0-3 16,-1-3 1-16,1 1 1 0,-1-1-6 0,0 1 1 0,-1-8 0 16,3 9 0-16,-3-9 0 0,2 9 1 0,-2-9 1 15,4 8-1-15,-4-8 0 0,5 4 1 0,-5-4-6 16,0 0-1-16,14 0 0 0,-14 0-13 16,9-4-6-16,-9 4-3 0,8-5-4 0,-8 5-2 0,11-7 1 15,-11 7 9-15,9-8-3 0,-9 8 3 0,8-5 5 16,-8 5-3-16,8-7 9 0,-8 7 1 0,6-5 9 15,-6 5-9-15,0 0-1 0,9-4 5 0,-9 4 1 16,0 0-1-16,0 0 5 0,9-1-2 0,-9 1 1 16,0 0 0-16,0 0 1 0,9 2 0 0,-9-2 1 15,0 0 2-15,9 6-2 0,-9-6-1 0,5 5-1 16,-5-5 2-16,8 5-4 0,-8-5-5 0,9 4-10 16,-9-4-16-16,10 4-14 0,-10-4-6 0,10 4 2 15,-10-4-2-15,14 4-4 0,-14-4-1 0,14 2 0 16,-14-2 9-16,13 1-1 0,-13-1 5 0,14 0 13 15,-14 0 3-15,14-1 10 0,-14 1 3 0,11-3 2 0,-11 3 11 16,12-7-4-16,-12 7 6 0,9-7-3 16,-4 3 8-16,0-2-3 0,-2 2 2 0,-1-1 6 0,2-2-3 15,-3 2 0-15,2-1-1 0,-3 6 3 0,4-12 1 16,-4 12-2-16,1-11 3 0,-1 11 2 0,1-12 4 16,-1 12 4-16,0-11 6 0,0 11-2 0,-1-9 0 15,1 9-2-15,0-9-2 0,0 9 1 0,-4-8-4 16,4 8-2-16,-4-6-4 0,4 6 3 0,-6-6-3 15,6 6-1-15,-5-4 1 0,5 4 0 0,0 0 3 16,-14-2-1-16,14 2 11 0,0 0-13 0,-10 1 2 16,10-1-4-16,-7 4 2 0,7-4 9 0,-6 7 12 15,6-7 3-15,-6 9-2 0,6-9 6 0,-4 12-6 16,2-7-1-16,1 2-1 0,1 0-1 0,0 1-5 16,0 1 0-16,0-1 2 0,1 0-6 0,1 0-5 15,-1 0 0-15,-1-1-3 0,3 1-4 0,-2 1 2 16,0-4-4-16,-1 3-1 0,4-1-1 0,-3-2 2 15,-1-5-3-15,4 12-1 0,-4-12 4 0,4 9-4 16,-4-9-1-16,4 9-2 0,-4-9-1 0,6 5-14 16,-6-5-30-16,10 3-37 0,-10-3-39 0,13 0-50 0,-13 0-53 15,17-3-21-15,-7 2-67 0,0-3-76 0,-1 0-335 16,2-3-233-16</inkml:trace>
  <inkml:trace contextRef="#ctx0" brushRef="#br0" timeOffset="105298.24">10673 7113 150 0,'0'0'546'0,"0"0"-130"0,-5-5-78 16,5 5-40-16,0 0-32 0,0 0-22 0,-6-5-40 16,6 5-35-16,0 0-30 0,0 0-31 0,0 0-18 15,-7-3-23-15,7 3-15 0,0 0-11 0,0 0-8 16,0 0-4-16,0 0-10 0,-6 3 1 0,6-3-8 15,0 0 2-15,-7 5 0 0,7-5 3 0,-6 7 3 16,6-7 3-16,-5 8 3 0,5-8 3 0,-5 6-6 16,5-6-6-16,-5 9 0 0,5-9-1 0,-5 8-4 15,5-8-4-15,-4 9-2 0,4-9-2 0,-4 8-3 0,4-8 1 16,-2 7-1-16,2-7 1 0,0 0-4 0,0 9-3 16,0-9-1-16,0 0-7 0,1 8 2 0,-1-8-4 15,0 0 2-15,5 5 3 0,-5-5 0 16,0 0 3-16,0 0 1 0,9 1 5 0,-9-1-2 0,0 0 1 15,0 0-2-15,10-3 2 0,-10 3-1 0,0 0 0 16,10-2-1-16,-10 2 2 0,7-3 0 16,-7 3-3-16,0 0 1 0,9-2 2 0,-9 2 4 0,0 0-4 15,10-1-2-15,-10 1 3 0,0 0-2 0,10 1 2 16,-10-1-2-16,0 0 7 0,9 4-4 0,-9-4-4 16,8 3 3-16,-8-3-1 0,7 5 0 0,-7-5 2 15,8 6-1-15,-8-6 1 0,6 3-2 0,-6-3 2 16,8 6-3-16,-8-6 0 0,5 2 5 0,-5-2-3 15,8 5-1-15,-8-5 4 0,0 0 0 0,7 2-3 16,-7-2 4-16,0 0 7 0,0 0-6 0,12 0 1 16,-12 0-3-16,0 0 4 0,8-4-1 0,-8 4 0 15,5-5 9-15,-5 5-11 0,4-4-2 0,-4 4-1 16,5-4 2-16,-5 4 0 0,0 0 5 0,6-7-3 0,-6 7 0 16,0 0 0-16,4-5 0 0,-4 5-1 15,0 0-2-15,6-5 3 0,-6 5-4 0,0 0 0 16,8-3 5-16,-8 3-7 0,8-4 2 0,-8 4-1 0,9-3 1 15,-9 3-3-15,11-1-2 0,-11 1-1 0,10 0-1 16,-10 0-7-16,0 0-3 0,17 0-4 0,-17 0-1 16,0 0 0-16,14 1 3 0,-14-1 0 0,0 0 5 15,12 0 6-15,-12 0-1 0,0 0 2 0,10 3 4 16,-10-3-2-16,0 0 3 0,0 0 3 0,10 0 5 16,-10 0 5-16,0 0 1 0,0 0 6 0,0 0 3 15,0 0 1-15,13-1 0 0,-13 1-5 0,0 0 0 16,6-4-3-16,-6 4-3 0,5-3-5 0,-5 3 2 15,4-5 1-15,-4 5-7 0,4-6 1 0,-4 6 0 16,6-7-2-16,-6 7-5 0,7-6-5 0,-7 6-9 16,5-10-29-16,-5 10-37 0,6-8-37 0,-6 8-41 15,4-13-46-15,1 9-36 0,-1-1-34 0,2-3-133 16,-1 0-165-16,1 2-91 0</inkml:trace>
  <inkml:trace contextRef="#ctx0" brushRef="#br0" timeOffset="105882.39">11123 6967 220 0,'0'0'498'0,"0"0"-112"15,0 0-70-15,-5-6-45 0,5 6-26 0,0 0-64 16,0 0 6-16,0 0-37 0,-8-3-32 0,8 3-22 16,0 0-14-16,-10 3-11 0,10-3-6 0,-9 4-8 15,9-4-6-15,-9 7-4 0,5-1-6 0,4-6-7 16,-7 9 0-16,4-2-4 0,-2-2-6 0,3 1-6 15,0 2-2-15,0-1-2 0,2 0-2 0,0 0 0 16,1 1-6-16,2 1 4 0,-1-1-9 0,4 1-8 16,-1 0-24-16,2-2-21 0,-1 2-13 0,3-2-16 15,-3 1 8-15,2 1 1 0,0-1 0 16,-2-1 11-16,2 2 9 0,-3-4 8 0,0 3 8 0,2-1 7 16,-3-1 13-16,-2 0-3 0,2 0 4 0,-4-6 10 15,4 10 5-15,-4-10 12 0,0 8 11 0,0-8 29 16,-3 6-14-16,3-6 14 0,-6 7 5 0,6-7 9 15,0 0-5-15,-8 4-8 0,8-4-1 0,0 0-6 0,0 0-9 16,-9 3-5-16,9-3-17 0,0 0 10 0,-4-6-11 16,4 6-3-16,-2-5-3 0,2 5-4 15,2-9 4-15,-2 9-11 0,3-9-4 0,-3 9 3 16,5-11 2-16,-1 6-3 0,0-1 0 0,0 1 6 0,2-1-4 16,-1 3-1-16,0-3-1 0,0 2 3 0,-1-1 0 15,1 2 1-15,-5 3 0 0,12-7 4 0,-12 7-1 16,7-7-5-16,-7 7 7 0,7-5-3 0,-7 5 5 15,6-4-3-15,-6 4-1 0,0 0 1 0,6-5-3 16,-6 5 0-16,0 0-4 0,0 0 10 0,0 0 1 16,0 0 3-16,8 2 14 0,-8-2 0 0,0 7 3 15,0-7-1-15,0 12 16 0,0-12-12 0,0 11 4 16,0-3-5-16,0-1 2 0,1 1-4 0,1-1 1 16,-2 0-6-16,1 2-5 0,0-3 2 0,1 1-1 15,-1-1-1-15,0 1-5 0,3 1 3 0,-1-4-7 16,0 1-2-16,1 1 8 0,-4-6-16 0,8 8-16 15,-8-8-47-15,9 8-73 0,-9-8-97 0,10 4-136 16,-10-4-530-16,9-3-464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F2A4A"/>
                </a:solidFill>
                <a:latin typeface="Segoe UI"/>
              </a:rPr>
              <a:t>IT23348820   |   Maddumage M. S.   |   J26-IT-333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Brainstorming Workshop - 2022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872277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10/19/2026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4" r:id="rId15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ustomXml" Target="../ink/ink5.xml"/><Relationship Id="rId3" Type="http://schemas.openxmlformats.org/officeDocument/2006/relationships/image" Target="../media/image9.png"/><Relationship Id="rId4" Type="http://schemas.openxmlformats.org/officeDocument/2006/relationships/customXml" Target="../ink/ink6.xml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ustomXml" Target="../ink/ink7.xml"/><Relationship Id="rId3" Type="http://schemas.openxmlformats.org/officeDocument/2006/relationships/image" Target="../media/image10.png"/><Relationship Id="rId4" Type="http://schemas.openxmlformats.org/officeDocument/2006/relationships/customXml" Target="../ink/ink8.xml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ustomXml" Target="../ink/ink9.xml"/><Relationship Id="rId3" Type="http://schemas.openxmlformats.org/officeDocument/2006/relationships/image" Target="../media/image11.png"/><Relationship Id="rId4" Type="http://schemas.openxmlformats.org/officeDocument/2006/relationships/customXml" Target="../ink/ink10.xml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011680"/>
            <a:ext cx="7772400" cy="2011680"/>
          </a:xfrm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3366"/>
                </a:solidFill>
                <a:latin typeface="Segoe UI"/>
              </a:rPr>
              <a:t>AI-Based Multi-Modal Food Spoilage Prediction and Quality Assessment</a:t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55555"/>
                </a:solidFill>
                <a:latin typeface="Segoe UI"/>
              </a:rPr>
              <a:t>Specialization: Information Technology (IT)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1371600" y="4297680"/>
            <a:ext cx="6400800" cy="5029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F2A4A"/>
                </a:solidFill>
                <a:latin typeface="Segoe UI"/>
              </a:rPr>
              <a:t>IT23348820   |   Maddumage M. S.   |   J26-IT-333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94C8F1-7337-E12D-1C70-684704FC4EF1}"/>
              </a:ext>
            </a:extLst>
          </p:cNvPr>
          <p:cNvSpPr txBox="1"/>
          <p:nvPr/>
        </p:nvSpPr>
        <p:spPr>
          <a:xfrm>
            <a:off x="1371600" y="548640"/>
            <a:ext cx="6400800" cy="64008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Segoe UI"/>
              </a:rPr>
              <a:t>Practice thoroughly to ensure that each individual component is delivered within exactly 2 minutes.</a:t>
            </a:r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3366"/>
                </a:solidFill>
                <a:latin typeface="Segoe UI"/>
              </a:rPr>
              <a:t>AI-Based Multi-Modal Food Spoilage Prediction &amp; Quality Assessment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Segoe UI"/>
              </a:rPr>
              <a:t>Component 1 of 2: Research Problem, Gap, Proposed Solution &amp; Objectives (J26-IT-333)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383280" cy="51206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38328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1. Research Problem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27632"/>
            <a:ext cx="3163824" cy="46268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Segoe UI"/>
              </a:rPr>
              <a:t>The Problem in Restaurants: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Food spoilage in perishable inventory causes massive food waste and financial loss in restaurant SMEs.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Manual sensory inspection is inconsistent, subjective, and cannot detect early micro-decay.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Delayed detection leads to health code violations, customer illness, and carbon emissions.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Segoe UI"/>
              </a:rPr>
              <a:t>Limitations of Existing Systems: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Standalone monitoring: either vision-only (surface) or IoT gas-only (chamber) — no fusion.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Generic classification: binary 'Fresh vs. Spoiled' without quantitative remaining shelf-life.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Single model used across all produce without category-specific biochemical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474720" cy="51206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474720" cy="38404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2. Proposed Solution &amp; Research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1627632"/>
            <a:ext cx="3255264" cy="46268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Segoe UI"/>
              </a:rPr>
              <a:t>Our Multi-Modal Solution: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Combines continuous IoT chamber sensing (Temperature, Humidity, NH3, CO2, VOC) with Computer Vision.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42-dimensional CV feature vector: color moments, biological pigment degradation (NDVI, anthocyanin), texture &amp; morphology.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Weighted Multi-Modal ML Fusion: Random Forest / XGBoost regressor &amp; classifier.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7A3D"/>
                </a:solidFill>
                <a:latin typeface="Segoe UI"/>
              </a:rPr>
              <a:t>The Research Gap Addressed: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No existing restaurant system fuses environmental IoT and optical CV with food-category profiles.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We introduce category-specific modeling for Fruits, Vegetables, Meat, Fish, and Dairy products.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Segoe UI"/>
              </a:rPr>
              <a:t>• Predicts quantitative Remaining Shelf-Life (hours) with 90% confidence interval, not just binary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383280" cy="512064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383280" cy="384048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3. Component Research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627632"/>
            <a:ext cx="3163824" cy="46268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7A3D"/>
                </a:solidFill>
                <a:latin typeface="Segoe UI"/>
              </a:rPr>
              <a:t>Main Research Objective: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0F2A4A"/>
                </a:solidFill>
                <a:latin typeface="Segoe UI"/>
              </a:rPr>
              <a:t>Develop a predictive food spoilage detection system using IoT sensor data and machine learning to estimate remaining shelf-life in restaurant storage environments.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2A4A"/>
                </a:solidFill>
                <a:latin typeface="Segoe UI"/>
              </a:rPr>
              <a:t>Component Tasks &amp; Milestones: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1. IoT Sensor Module: ESP32 telemetry with DHT22, MQ-137 (NH3), MQ-135 (CO2), and SGP30 (VOC).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2. CV Quality Module: OpenCV surface analysis, pigment index extraction, ripeness stage &amp; mould defect segmentation.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3. Category-Specific Models: Calibrated profiles across 47 produce species with 4-stage spoilage curves.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4. Multi-Modal Fusion Engine: Predict RSL hours, spoilage probability %, and 4-tier risk scores.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5. Dashboard Integration: Real-time REST API integration with alert threshold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416323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8E4-8BAA-AAAC-1ADB-7FB6F7C2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3366"/>
                </a:solidFill>
                <a:latin typeface="Segoe UI"/>
              </a:rPr>
              <a:t>AI-Based Multi-Modal Food Spoilage Prediction &amp; Quality Assessment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Segoe UI"/>
              </a:rPr>
              <a:t>Component 2 of 2: Technical Workflow, System Architecture &amp; Prototype Contribution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2926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38404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System Workflow &amp;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27632"/>
            <a:ext cx="5084064" cy="2432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3366"/>
                </a:solidFill>
                <a:latin typeface="Segoe UI"/>
              </a:rPr>
              <a:t>1. Inputs (Heterogeneous Multi-Modal Streams):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Vision: Food images (camera upload, ESP32-CAM stream) + food category label.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IoT Telemetry: Temperature (°C), Humidity (% RH), NH3 (ppm), CO2 (ppm), VOC (ppm).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07A3D"/>
                </a:solidFill>
                <a:latin typeface="Segoe UI"/>
              </a:rPr>
              <a:t>2. Processing Pipeline (&lt;100ms inference on CPU):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CV Engine: 42-dim vector (LAB/HSV color moments, NDVI, anthocyanin, Hu moments).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Multi-Modal Fusion: 60% CV optical + 40% IoT microclimate weighting.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C00000"/>
                </a:solidFill>
                <a:latin typeface="Segoe UI"/>
              </a:rPr>
              <a:t>3. Intended Outputs: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Quantitative Remaining Shelf-Life (RSL in hours) with 90% confidence interval.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Spoilage Probability (%) &amp; 4-Tier Risk Score: Low, Medium, High, Critical.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Dynamic Storage Recommendations: adjust chiller temp/RH, prioritize for prep.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926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03520" cy="384048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User Requirements &amp; Technical Novelty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627632"/>
            <a:ext cx="5084064" cy="2432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F2A4A"/>
                </a:solidFill>
                <a:latin typeface="Segoe UI"/>
              </a:rPr>
              <a:t>User Requirements Addressed: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UR-1: Automatic produce species identification &amp; ripeness verification.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UR-2: Real-time risk alerts for kitchen staff prior to visible degradation.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UR-3: Produce knowledge base with 4-stage spoilage progression for 47 species.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007A3D"/>
                </a:solidFill>
                <a:latin typeface="Segoe UI"/>
              </a:rPr>
              <a:t>Key Technical Novelties: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1. Multi-modal sensor-vision fusion tailored specifically for restaurant storage microclimates.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2. Biological pigment index analysis (NDVI, chlorophyll degradation) beyond standard RGB.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3. Edge-deployable CPU-only ML pipeline (FastAPI + React + ESP32) without cloud GPU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Segoe UI"/>
              </a:rPr>
              <a:t>📸 Working Prototype Demonstration</a:t>
            </a:r>
          </a:p>
          <a:p>
            <a:pPr algn="ctr">
              <a:spcAft>
                <a:spcPts val="400"/>
              </a:spcAft>
            </a:pPr>
            <a:r>
              <a:rPr sz="1000" b="1">
                <a:solidFill>
                  <a:srgbClr val="D9531E"/>
                </a:solidFill>
                <a:latin typeface="Segoe UI"/>
              </a:rPr>
              <a:t>[ SCREENSHOT PLACEHOLDER: Insert Actual UI Screenshots Here ]</a:t>
            </a:r>
          </a:p>
          <a:p>
            <a:pPr algn="ctr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Segoe UI"/>
              </a:rPr>
              <a:t>• React 18 Vision Inspector with bounding boxes &amp; pigment diagnostics
• Live ESP32 IoT Sensor Telemetry &amp; Food Spoilage Risk Gauge
• Produce Encyclopedia modal with 47 calibrated fruits &amp; vegetables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07A3D"/>
                </a:solidFill>
                <a:latin typeface="Segoe UI"/>
              </a:rPr>
              <a:t>💬 Genuine User Feedback &amp; Evaluation</a:t>
            </a:r>
          </a:p>
          <a:p>
            <a:pPr algn="ctr">
              <a:spcAft>
                <a:spcPts val="400"/>
              </a:spcAft>
            </a:pPr>
            <a:r>
              <a:rPr sz="1000" b="1">
                <a:solidFill>
                  <a:srgbClr val="D9531E"/>
                </a:solidFill>
                <a:latin typeface="Segoe UI"/>
              </a:rPr>
              <a:t>[ USER FEEDBACK PLACEHOLDER: Insert Pilot Evaluation Feedback Here ]</a:t>
            </a:r>
          </a:p>
          <a:p>
            <a:pPr algn="ctr">
              <a:spcAft>
                <a:spcPts val="400"/>
              </a:spcAft>
            </a:pPr>
            <a:r>
              <a:rPr sz="900" b="0">
                <a:solidFill>
                  <a:srgbClr val="555555"/>
                </a:solidFill>
                <a:latin typeface="Segoe UI"/>
              </a:rPr>
              <a:t>• Feedback from restaurant kitchen managers, chefs, and inventory staff
• Qualitative review on alert usability, dashboard response time, and accuracy
• Documented user acceptance and operational recommendations for PP2</a:t>
            </a:r>
          </a:p>
        </p:txBody>
      </p: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3366"/>
                </a:solidFill>
                <a:latin typeface="Segoe UI"/>
              </a:rPr>
              <a:t>AI &amp; IoT-Based Smart Restaurant Management System (J26-IT-333)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Segoe UI"/>
              </a:rPr>
              <a:t>Commercialization, Market Feasibility &amp; Environmental Sustainability (Overall Project)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89920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Overall 4-Component Ecosystem: C1 Demand Prediction  |  C2 Kitchen Staff Optimization  |  C3 Food Spoilage (This Component)  |  C4 Smart Waste Bin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47548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3383280" cy="384048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Customer Persona &amp; Uniqueness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39112"/>
            <a:ext cx="3163824" cy="42611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Segoe UI"/>
              </a:rPr>
              <a:t>Customer Persona: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Target: SME Restaurant Owners, Kitchen Operations Managers, Executive Chefs.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Pain Points: 15–25% inventory loss from spoilage, inaccurate preparation quantities, unpredictable dining peaks.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Goal: Minimize food waste, reduce ingredient costs, and maintain hygiene audit compliance.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A3D"/>
                </a:solidFill>
                <a:latin typeface="Segoe UI"/>
              </a:rPr>
              <a:t>What Makes Solution Unique: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Unified Ecosystem: Demand forecasting, kitchen scheduling, spoilage prediction, and automated waste tracking on a single dashboard.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Closed Feedback Loop: Spoilage &amp; waste data feed directly back into purchasing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74720" cy="47548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3474720" cy="384048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Market Size &amp; Business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039112"/>
            <a:ext cx="3255264" cy="42611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A3D"/>
                </a:solidFill>
                <a:latin typeface="Segoe UI"/>
              </a:rPr>
              <a:t>Market Opportunity: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Global Food Waste Management Market: Estimated multi-billion dollar sector driven by sustainability mandates (SDG 12/13).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D9531E"/>
                </a:solidFill>
                <a:latin typeface="Segoe UI"/>
              </a:rPr>
              <a:t>• [ PLACEHOLDER: Insert verified market size / TAM-SAM-SOM figures with formal citation ]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Segoe UI"/>
              </a:rPr>
              <a:t>Commercialization Strategy: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Tiered B2B SaaS: Monthly subscription per kitchen outlet (Basic, Pro, Enterprise).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Modular IoT Hardware Kit: Low-cost plug-and-play ESP32 sensor pods sold at margin.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API Licensing: White-label integration with existing POS &amp; ERP restaurant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383280" cy="47548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338328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Sustainability &amp; Cost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039112"/>
            <a:ext cx="3163824" cy="42611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00000"/>
                </a:solidFill>
                <a:latin typeface="Segoe UI"/>
              </a:rPr>
              <a:t>Environmental &amp; Social Impact: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Environmental: Directly reduces organic waste in landfills, lowering methane/GHG emissions.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Energy Efficient: Edge microcontrollers (ESP32) operate on ultra-low power.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Social: Prevents foodborne illness by intercepting microbially degraded ingredients.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F2A4A"/>
                </a:solidFill>
                <a:latin typeface="Segoe UI"/>
              </a:rPr>
              <a:t>Cost Recovery for Restaurants: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Direct Waste Savings: Target 15–20% reduction in food spoilage losses provides rapid ROI.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202020"/>
                </a:solidFill>
                <a:latin typeface="Segoe UI"/>
              </a:rPr>
              <a:t>• Estimated payback period: 3–6 months based on average SME kitchen procurement savings.</a:t>
            </a:r>
          </a:p>
          <a:p>
            <a:pPr algn="l">
              <a:spcAft>
                <a:spcPts val="400"/>
              </a:spcAft>
            </a:pPr>
            <a:r>
              <a:rPr sz="900" b="1">
                <a:solidFill>
                  <a:srgbClr val="D9531E"/>
                </a:solidFill>
                <a:latin typeface="Segoe UI"/>
              </a:rPr>
              <a:t>• [ PLACEHOLDER: Insert formal financial payback projection table for PP2 ]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9553</TotalTime>
  <Words>319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Overall Title of the Project</vt:lpstr>
      <vt:lpstr>Overall Title of the Project</vt:lpstr>
      <vt:lpstr>PowerPoint Presentation</vt:lpstr>
      <vt:lpstr>Two Slides: These slides MUST include the following sections about the individual component </vt:lpstr>
      <vt:lpstr>Last Slide: This slide MUST include the following sections about the ENTIRE Project </vt:lpstr>
      <vt:lpstr>Importance Points – (Observations)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Koliya Pulasinghe</cp:lastModifiedBy>
  <cp:revision>8</cp:revision>
  <dcterms:created xsi:type="dcterms:W3CDTF">2025-08-25T09:34:25Z</dcterms:created>
  <dcterms:modified xsi:type="dcterms:W3CDTF">2026-10-19T09:59:47Z</dcterms:modified>
</cp:coreProperties>
</file>